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8aff2a13-903a-ed15-deac-933c779f0021}">
          <p14:sldIdLst>
            <p14:sldId id="256"/>
            <p14:sldId id="257"/>
          </p14:sldIdLst>
        </p14:section>
        <p14:section name="讲解" id="{76432db0-5654-2ce3-7da7-c1eeeaabe236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练习" id="{151adb55-f2fc-5223-d312-8c039ee63560}">
          <p14:sldIdLst>
            <p14:sldId id="266"/>
            <p14:sldId id="267"/>
          </p14:sldIdLst>
        </p14:section>
        <p14:section name="收束" id="{2dd9ba4b-21af-fd50-03cb-eec4c94b252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开场问题：Conv2d首层是否聚合所有输入通道？
原标题：1D、2D、3D：到底沿哪个轴卷积？
参考节奏：5分钟回顾，10分钟手算，10分钟代码，12分钟练习，5分钟错误分析，3分钟退出题。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
封面图源：12_convolution_classroom.ipynb / current-curves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此处D可为PCA分量，不能自动称波长轴。给随机张量现场跑一次 Conv1d 看 shape。
1D: N,1,B / 2D: N,B,H,W / 3D: N,1,D,H,W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纠正“2D只看一个通道”的常见误解。参数量当场手算，再用 weight.shape 验证。
Cin channels / kh × kw window / Cout features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感受野纠错是本项目实测经历：只数卷积核会漏掉池化层。现在测试用例锁死 26（2D 同理是 12），回归测试防止再错。
Conv / Pool / Next conv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曲线来自当前classifier-ce演示包，不沿用历史1D模型的训练数字。
Training loss / train acc / val acc
图源：12_convolution_classroom.ipynb / current-curves / 0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Notebook15当前CE和weighted全图；数字只在test中心报告。
Pseudo RGB / Ground truth / Prediction
图源：15_imbalance_analysis_teaching.ipynb / maps / 0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本项目纠过的错：曾把 PCA 分量按每分量 10nm 换算成“覆盖130nm”——错。分量是 200 个波段的线性组合，没有波长。
Raw bands / PCA basis / Component depth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先写答案，再运行manual-convolution。深度学习框架的Conv实际使用互相关约定。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原始band与PCA分量的depth语义分别说明。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作业：A03；完整示例 / 填空 / 迁移；提交代码、配置、结果和限制。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退出题：Conv2d首层是否聚合所有输入通道？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卷积的轴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与感受野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1D、2D、3D：到底沿哪个轴卷积？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核、通道、感受野与计算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L04：张量轴与patch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6842455" y="1713885"/>
            <a:ext cx="4663440" cy="2561550"/>
          </a:xfrm>
          <a:prstGeom prst="roundRect">
            <a:avLst>
              <a:gd name="adj" fmla="val 35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623" y="1915053"/>
            <a:ext cx="4261104" cy="21592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三模型shape表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含pool的感受野推导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受控对比限制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12_convolution_classroom.ipynb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manual-convolution · three-axes · receptive-field · current-curves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A03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先看轴，再看模型名字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1D沿波段索引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2D沿空间，聚合所有输入通道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3D沿深度与空间局部滑动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1D: N,1,B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2D: N,B,H,W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3D: N,1,D,H,W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nn.Conv1d(1, 32, 7)(torch.randn(2,1,200)).shape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torch.Size([2, 32, 194])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2D卷积也混合通道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groups=1时每核看全部Cin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首层 12→32、k=3：32·12·3·3+32=3488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3D区别在depth轴的局部共享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mathrm{Params} = C_{\mathrm{out}} \left( \frac{C_{\mathrm{in}}}{g}\, k_h k_w + 1 \righ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85145"/>
            <a:ext cx="4937760" cy="596270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nn.Conv2d(12, 32, 3).weight.shape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torch.Size([32, 12, 3, 3])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池化也扩大感受野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r′=r+(k−1)·j，池化核也要算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 实算 7→8→16→18→26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含池化的理论RF为26；逐层独立递推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r' = r + (k-1)\,j \qquad j' = j \times 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60180"/>
            <a:ext cx="4937760" cy="446201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r == 26; 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26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训练曲线读的是趋势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2_convolution_classroom-current-curves-0-a4dfd3a3b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7632" y="2039112"/>
            <a:ext cx="5756431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当前协议E的train与val曲线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看趋势与验证选择，不只看末轮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逐类表现另看Notebook15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12_convolution_classroom.ipynb  ·  cell current-curves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预测放回空间再读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5_imbalance_analysis_teaching-maps-0-735d1d6a0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3959" y="2039112"/>
            <a:ext cx="8223777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同split的GT与两种损失预测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全图显示包含训练中心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错误图只评价test中心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15_imbalance_analysis_teaching.ipynb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PCA空间与物理光谱分开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PC是原波段的线性组合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分量相邻不等于波长相邻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RF不能换算成nm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bands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 basis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Component depth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(cfg['components'], 200)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(12, 200)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一次卷积乘加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输入[1,2,3,4,5]，核[1,0,-1]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步长1、无padding，输出长度3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三个位置输出都为-2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[1,2,3]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1×1+2×0−3×1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输出−2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三种输入轴与参数量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batch变化不改变权重形状   ·   2D核聚合全部Cin   ·   3D核沿depth局部滑动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滑动轴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Conv1d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N,1,B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Conv2d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N,B,H,W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Conv3d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N,1,D,H,W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D,H,W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r, jump = 1, 1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for kernel, stride in [(7,1),(2,2),(5,1),(2,2),(3,1)]: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r += (kernel-1)*jump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jump *= stride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r == 26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12_convolution_classroom.ipynb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manual-convolution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manual-convolution</a:t>
            </a:r>
            <a:endParaRPr lang="en-US" sz="1200" dirty="0"/>
          </a:p>
        </p:txBody>
      </p:sp>
      <p:sp>
        <p:nvSpPr>
          <p:cNvPr id="13" name="cell three-axes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three-axes</a:t>
            </a:r>
            <a:endParaRPr lang="en-US" sz="1200" dirty="0"/>
          </a:p>
        </p:txBody>
      </p:sp>
      <p:sp>
        <p:nvSpPr>
          <p:cNvPr id="15" name="cell receptive-field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receptive-field</a:t>
            </a:r>
            <a:endParaRPr lang="en-US" sz="1200" dirty="0"/>
          </a:p>
        </p:txBody>
      </p:sp>
      <p:sp>
        <p:nvSpPr>
          <p:cNvPr id="17" name="cell current-curves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current-curves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固定输入，将核3换为1，分别检查参数、感受野与输出。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A03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Conv2d首层是否聚合所有输入通道？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理论感受野不是有效注意区域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超过patch不等于深层没有作用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L05 1D、2D、3D：到底沿哪个轴卷积？</dc:title>
  <dc:subject>PptxGenJS Presentation</dc:subject>
  <dc:creator>HSI-Learning</dc:creator>
  <cp:lastModifiedBy>HSI-Learning</cp:lastModifiedBy>
  <cp:revision>1</cp:revision>
  <dcterms:created xsi:type="dcterms:W3CDTF">2026-10-10T13:41:29Z</dcterms:created>
  <dcterms:modified xsi:type="dcterms:W3CDTF">2026-10-10T13:41:29Z</dcterms:modified>
</cp:coreProperties>
</file>