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f63f9319-4997-39d7-683e-dcc2bbe118b6}">
          <p14:sldIdLst>
            <p14:sldId id="256"/>
            <p14:sldId id="257"/>
          </p14:sldIdLst>
        </p14:section>
        <p14:section name="讲解" id="{f0a248d5-1dd5-5b68-4c1e-a732446785fb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练习" id="{0af28e9b-2f47-0cf7-8d1a-3b34a7e1c401}">
          <p14:sldIdLst>
            <p14:sldId id="266"/>
            <p14:sldId id="267"/>
          </p14:sldIdLst>
        </p14:section>
        <p14:section name="收束" id="{b07d4129-533d-db63-e9db-8b35c83b21e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开场问题：单episode的25个support是否等于总标签预算？
原标题：5-shot 的五个样本，究竟怎么算？
参考节奏：5分钟回顾，10分钟手算，10分钟代码，12分钟练习，5分钟错误分析，3分钟退出题。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
封面图源：16_protonet_teaching.ipynb / maps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这是本项目纠正过的话术："只25个标签就92%"不成立——类划分本身用了大量标注。完整预算=encoder标注+support。
Meta-training labels / 25 support labels / Query evaluation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展示当前6/5/5显式划分，说明同场景patch仍可共享无标签上下文。
Meta-train / Meta-val / Meta-test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图例明确圆圈/叉号，打印原图坐标与无交集断言。
Sample classes / Support K / Query Q
图源：16_protonet_teaching.ipynb / episode / 0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均值原型后平方距离9和25，负号使近者logit更大。手算完再对代码。
Prototype (1,0) / Query (4,0) / Prototype (9,0)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不能把分别训练的模型曲线解释成纯K变化效果。
1-shot / 5-shot / 10-shot
图源：16_protonet_teaching.ipynb / evaluation / 0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GT用于显示，不进入推理；本次map特意展示封闭输出空间的局限。
Support classes / Forced assignment / Display only
图源：16_protonet_teaching.ipynb / maps / 0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Notebook16 episode-update复制encoder做一次训练episode，不改变演示权重；BN统计固定。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任务间std不是新数据集的泛化置信区间。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作业：A05；完整示例 / 填空 / 迁移；提交代码、配置、结果和限制。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退出题：单episode的25个support是否等于总标签预算？
课堂入口: 16_protonet_teaching.ipynb
定位: protocol, episode, prototype-math, evaluation, maps, episode-update
先预测，再运行；答错时回到手算例。
AI辅助：审计这份few-shot配置的标签预算、类集合与support/query信息流。输出需执行的断言，禁止把单episode的support数量写成总训练标注量。
人工核验：验证类集合不交、像元不交、独立采样器；核对BN是否适应query。
Snell et al. Prototypical Networks, 2017
https://arxiv.org/abs/1703.05175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L08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原型网络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与少样本任务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L08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5-shot 的五个样本，究竟怎么算？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Meta-training / Support / Query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L04/L05；理解特征向量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787135"/>
            <a:ext cx="4096512" cy="2415050"/>
          </a:xfrm>
          <a:prstGeom prst="roundRect">
            <a:avLst>
              <a:gd name="adj" fmla="val 37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988303"/>
            <a:ext cx="3694176" cy="20127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类集合与标签预算表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episode位置清单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原型分类与K对照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16_protonet_teaching.ipynb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 · episode · prototype-math · evaluation · maps · episode-update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A05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25个标签，不是全部训练预算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25仅为5-way 5-shot support标签数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训练池与训练query监督也消耗标注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577900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验证标签与部署support另外记录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3154680"/>
          </a:xfrm>
          <a:prstGeom prst="roundRect">
            <a:avLst>
              <a:gd name="adj" fmla="val 2899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01752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292608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Meta-training labels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370332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611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support labels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448056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4389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 evaluation</a:t>
            </a:r>
            <a:endParaRPr lang="en-US" sz="1600" dirty="0"/>
          </a:p>
        </p:txBody>
      </p:sp>
      <p:sp>
        <p:nvSpPr>
          <p:cNvPr id="21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cfg['classes']['test']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[12, 13, 14, 15, 16]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同类少标注与未见类学习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same-class：像元分开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class-disjoint：类别分开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两者都不自动空间独立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Meta-train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Meta-val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Meta-test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Support和Query不能串门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2545021"/>
          </a:xfrm>
          <a:prstGeom prst="roundRect">
            <a:avLst>
              <a:gd name="adj" fmla="val 2874"/>
            </a:avLst>
          </a:prstGeom>
          <a:solidFill>
            <a:srgbClr val="F2F5F9"/>
          </a:solidFill>
          <a:ln/>
        </p:spPr>
      </p:sp>
      <p:pic>
        <p:nvPicPr>
          <p:cNvPr id="4" name="Image 0" descr="16_protonet_teaching-episode-0-76c3bef98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039112"/>
            <a:ext cx="10490911" cy="2215837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4776157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7761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4739581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每轮抽5类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4776157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47761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4739581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支持集建原型，query算损失/指标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4776157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477615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4739581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不足N类必须报错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16_protonet_teaching.ipynb  ·  cell episode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用二维例子算原型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类1支持点(0,0),(2,0) → 原型(1,0)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类2支持点(8,0),(10,0) → 原型(9,0)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query=(4,0)：距离9 vs 25，归类1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c_k = \mathrm{mean}_i\, f(x_i) \qquad \mathrm{logits} = - \| f(q) - c_k \|^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213598"/>
            <a:ext cx="4937760" cy="339365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c1, c2 = (0+2)/2, (8+10)/2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(1.0, 9.0)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K对照要用同一encoder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6_protonet_teaching-evaluation-0-0d0758b0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5421" y="2039112"/>
            <a:ext cx="6300852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冻结已验证checkpoint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固定类池与配对query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任务重复不是新数据集证据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16_protonet_teaching.ipynb  ·  cell evaluation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全图map只是任务外示范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16_protonet_teaching-maps-0-9db5f762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373603"/>
            <a:ext cx="6391656" cy="34823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只存在五类原型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其他类会被强制分到五类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不能用这张图声称16类泛化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16_protonet_teaching.ipynb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一个episode如何更新encoder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support编码并建立类均值</a:t>
            </a:r>
            <a:endParaRPr lang="en-US" sz="20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query编码，负平方距离作为logits</a:t>
            </a:r>
            <a:endParaRPr lang="en-US" sz="20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4988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query标签计算CE；反传到encoder</a:t>
            </a:r>
            <a:endParaRPr lang="en-US" sz="2000" dirty="0"/>
          </a:p>
        </p:txBody>
      </p:sp>
      <p:sp>
        <p:nvSpPr>
          <p:cNvPr id="12" name="step 1"/>
          <p:cNvSpPr/>
          <p:nvPr/>
        </p:nvSpPr>
        <p:spPr>
          <a:xfrm>
            <a:off x="6400800" y="259689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3" name="chip 01"/>
          <p:cNvSpPr/>
          <p:nvPr/>
        </p:nvSpPr>
        <p:spPr>
          <a:xfrm>
            <a:off x="6601968" y="280720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1968" y="2807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259689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Support→prototype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812280" y="343814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17" name="step 2"/>
          <p:cNvSpPr/>
          <p:nvPr/>
        </p:nvSpPr>
        <p:spPr>
          <a:xfrm>
            <a:off x="6400800" y="369417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18" name="chip 02"/>
          <p:cNvSpPr/>
          <p:nvPr/>
        </p:nvSpPr>
        <p:spPr>
          <a:xfrm>
            <a:off x="6601968" y="390448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3904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05472" y="369417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Query→logits→CE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4535424"/>
            <a:ext cx="0" cy="256032"/>
          </a:xfrm>
          <a:prstGeom prst="line">
            <a:avLst/>
          </a:prstGeom>
          <a:noFill/>
          <a:ln w="15875">
            <a:solidFill>
              <a:srgbClr val="5F6E80"/>
            </a:solidFill>
            <a:prstDash val="solid"/>
            <a:tailEnd type="triangle"/>
          </a:ln>
        </p:spPr>
      </p:sp>
      <p:sp>
        <p:nvSpPr>
          <p:cNvPr id="22" name="step 3"/>
          <p:cNvSpPr/>
          <p:nvPr/>
        </p:nvSpPr>
        <p:spPr>
          <a:xfrm>
            <a:off x="6400800" y="4791456"/>
            <a:ext cx="510235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/>
        </p:spPr>
      </p:sp>
      <p:sp>
        <p:nvSpPr>
          <p:cNvPr id="23" name="chip 03"/>
          <p:cNvSpPr/>
          <p:nvPr/>
        </p:nvSpPr>
        <p:spPr>
          <a:xfrm>
            <a:off x="6601968" y="5001768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5001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205472" y="4791456"/>
            <a:ext cx="41422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backward→encoder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配对K对照与任务方差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同一encoder与类集合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同一query，support按嵌套子集改变K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报告每任务差值，保留下降任务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logits = prototype_logits(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se, torch.as_tensor(ep.support_y), qe, 5)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 = torch.nn.functional.cross_entropy(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logits, torch.as_tensor(ep.query_y))</a:t>
            </a:r>
            <a:endParaRPr lang="en-US" sz="16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not set(support) &amp; set(query)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16_protonet_teaching.ipynb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rotocol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3" name="cell episode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episode</a:t>
            </a:r>
            <a:endParaRPr lang="en-US" sz="1200" dirty="0"/>
          </a:p>
        </p:txBody>
      </p:sp>
      <p:sp>
        <p:nvSpPr>
          <p:cNvPr id="15" name="cell prototype-math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prototype-math</a:t>
            </a:r>
            <a:endParaRPr lang="en-US" sz="1200" dirty="0"/>
          </a:p>
        </p:txBody>
      </p:sp>
      <p:sp>
        <p:nvSpPr>
          <p:cNvPr id="17" name="cell evaluation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固定query，K从1增至5；个别任务下降也如实记录。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A05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单episode的25个support是否等于总标签预算？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同场景类别不交≠空间外推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样本相关时均值方差不必按1/K缩小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L08 5-shot 的五个样本，究竟怎么算？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