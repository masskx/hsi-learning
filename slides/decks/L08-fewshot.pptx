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87262f2c014197" /><Relationship Type="http://schemas.openxmlformats.org/officeDocument/2006/relationships/extended-properties" Target="/docProps/app.xml" Id="R95def02bf9d04362" /><Relationship Type="http://schemas.openxmlformats.org/officeDocument/2006/relationships/officeDocument" Target="/ppt/presentation.xml" Id="Ref41d35681bd45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fb24930a4144bd"/>
  </p:sldMasterIdLst>
  <p:notesMasterIdLst>
    <p:notesMasterId xmlns:r="http://schemas.openxmlformats.org/officeDocument/2006/relationships" r:id="Rb38e97aea8a64223"/>
  </p:notesMasterIdLst>
  <p:sldIdLst>
    <p:sldId xmlns:r="http://schemas.openxmlformats.org/officeDocument/2006/relationships" id="256" r:id="Rc3f0c8e61e604a28"/>
    <p:sldId xmlns:r="http://schemas.openxmlformats.org/officeDocument/2006/relationships" id="257" r:id="R6af14e5a24714ead"/>
    <p:sldId xmlns:r="http://schemas.openxmlformats.org/officeDocument/2006/relationships" id="258" r:id="Rb9eb5a71fce84587"/>
    <p:sldId xmlns:r="http://schemas.openxmlformats.org/officeDocument/2006/relationships" id="259" r:id="R6324583dfc504eed"/>
    <p:sldId xmlns:r="http://schemas.openxmlformats.org/officeDocument/2006/relationships" id="260" r:id="Rd7b4a3404f2a4337"/>
    <p:sldId xmlns:r="http://schemas.openxmlformats.org/officeDocument/2006/relationships" id="261" r:id="Rb14c7913381645de"/>
    <p:sldId xmlns:r="http://schemas.openxmlformats.org/officeDocument/2006/relationships" id="262" r:id="R5991161269984ee6"/>
    <p:sldId xmlns:r="http://schemas.openxmlformats.org/officeDocument/2006/relationships" id="263" r:id="R1c93a9da0e08496c"/>
    <p:sldId xmlns:r="http://schemas.openxmlformats.org/officeDocument/2006/relationships" id="264" r:id="Ree4ef473257a4eba"/>
    <p:sldId xmlns:r="http://schemas.openxmlformats.org/officeDocument/2006/relationships" id="265" r:id="R5d9fe26d68d4443c"/>
    <p:sldId xmlns:r="http://schemas.openxmlformats.org/officeDocument/2006/relationships" id="266" r:id="R3a159a4b761542f0"/>
    <p:sldId xmlns:r="http://schemas.openxmlformats.org/officeDocument/2006/relationships" id="267" r:id="R60e13d14c4834c51"/>
    <p:sldId xmlns:r="http://schemas.openxmlformats.org/officeDocument/2006/relationships" id="268" r:id="Rb520a8a74f594e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a1b7d8ae574fc9" /><Relationship Type="http://schemas.openxmlformats.org/officeDocument/2006/relationships/slideMaster" Target="/ppt/slideMasters/slideMaster1.xml" Id="R08fb24930a4144bd" /><Relationship Type="http://schemas.openxmlformats.org/officeDocument/2006/relationships/notesMaster" Target="/ppt/notesMasters/notesMaster1.xml" Id="Rb38e97aea8a64223" /><Relationship Type="http://schemas.openxmlformats.org/officeDocument/2006/relationships/presProps" Target="/ppt/presProps.xml" Id="Rb3e8baaca61543f7" /><Relationship Type="http://schemas.openxmlformats.org/officeDocument/2006/relationships/tableStyles" Target="/ppt/tableStyles.xml" Id="R15e4bdc9893942ab" /><Relationship Type="http://schemas.openxmlformats.org/officeDocument/2006/relationships/slide" Target="/ppt/slides/slide1.xml" Id="Rc3f0c8e61e604a28" /><Relationship Type="http://schemas.openxmlformats.org/officeDocument/2006/relationships/slide" Target="/ppt/slides/slide2.xml" Id="R6af14e5a24714ead" /><Relationship Type="http://schemas.openxmlformats.org/officeDocument/2006/relationships/slide" Target="/ppt/slides/slide3.xml" Id="Rb9eb5a71fce84587" /><Relationship Type="http://schemas.openxmlformats.org/officeDocument/2006/relationships/slide" Target="/ppt/slides/slide4.xml" Id="R6324583dfc504eed" /><Relationship Type="http://schemas.openxmlformats.org/officeDocument/2006/relationships/slide" Target="/ppt/slides/slide5.xml" Id="Rd7b4a3404f2a4337" /><Relationship Type="http://schemas.openxmlformats.org/officeDocument/2006/relationships/slide" Target="/ppt/slides/slide6.xml" Id="Rb14c7913381645de" /><Relationship Type="http://schemas.openxmlformats.org/officeDocument/2006/relationships/slide" Target="/ppt/slides/slide7.xml" Id="R5991161269984ee6" /><Relationship Type="http://schemas.openxmlformats.org/officeDocument/2006/relationships/slide" Target="/ppt/slides/slide8.xml" Id="R1c93a9da0e08496c" /><Relationship Type="http://schemas.openxmlformats.org/officeDocument/2006/relationships/slide" Target="/ppt/slides/slide9.xml" Id="Ree4ef473257a4eba" /><Relationship Type="http://schemas.openxmlformats.org/officeDocument/2006/relationships/slide" Target="/ppt/slides/slide10.xml" Id="R5d9fe26d68d4443c" /><Relationship Type="http://schemas.openxmlformats.org/officeDocument/2006/relationships/slide" Target="/ppt/slides/slide11.xml" Id="R3a159a4b761542f0" /><Relationship Type="http://schemas.openxmlformats.org/officeDocument/2006/relationships/slide" Target="/ppt/slides/slide12.xml" Id="R60e13d14c4834c51" /><Relationship Type="http://schemas.openxmlformats.org/officeDocument/2006/relationships/slide" Target="/ppt/slides/slide13.xml" Id="Rb520a8a74f594e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e3530657e445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32d33b01cf4334" /><Relationship Type="http://schemas.openxmlformats.org/officeDocument/2006/relationships/notesMaster" Target="/ppt/notesMasters/notesMaster1.xml" Id="Rafe18971331f4a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b8b70a6ddb4e3c" /><Relationship Type="http://schemas.openxmlformats.org/officeDocument/2006/relationships/notesMaster" Target="/ppt/notesMasters/notesMaster1.xml" Id="R9bacf99c875247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8afea1bbfb4785" /><Relationship Type="http://schemas.openxmlformats.org/officeDocument/2006/relationships/notesMaster" Target="/ppt/notesMasters/notesMaster1.xml" Id="R9276d6c8e15645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078ccf75834ba1" /><Relationship Type="http://schemas.openxmlformats.org/officeDocument/2006/relationships/notesMaster" Target="/ppt/notesMasters/notesMaster1.xml" Id="R0ea5a65231e048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6a7e4dd26e42cd" /><Relationship Type="http://schemas.openxmlformats.org/officeDocument/2006/relationships/notesMaster" Target="/ppt/notesMasters/notesMaster1.xml" Id="R0325cef073324b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a6eb87af4a4fb6" /><Relationship Type="http://schemas.openxmlformats.org/officeDocument/2006/relationships/notesMaster" Target="/ppt/notesMasters/notesMaster1.xml" Id="Rc20455db755746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29f63a016d4f3b" /><Relationship Type="http://schemas.openxmlformats.org/officeDocument/2006/relationships/notesMaster" Target="/ppt/notesMasters/notesMaster1.xml" Id="R6fa4ece0df884f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46c06c22174e45" /><Relationship Type="http://schemas.openxmlformats.org/officeDocument/2006/relationships/notesMaster" Target="/ppt/notesMasters/notesMaster1.xml" Id="R995879217a5d41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2a64c1e7b84c81" /><Relationship Type="http://schemas.openxmlformats.org/officeDocument/2006/relationships/notesMaster" Target="/ppt/notesMasters/notesMaster1.xml" Id="Rdefeaaea7ed143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63d3bdc6a546d2" /><Relationship Type="http://schemas.openxmlformats.org/officeDocument/2006/relationships/notesMaster" Target="/ppt/notesMasters/notesMaster1.xml" Id="Rbceeb1648ecc4c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934e1546b140b3" /><Relationship Type="http://schemas.openxmlformats.org/officeDocument/2006/relationships/notesMaster" Target="/ppt/notesMasters/notesMaster1.xml" Id="Rd79dcc0dbef84f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29168314ef45ef" /><Relationship Type="http://schemas.openxmlformats.org/officeDocument/2006/relationships/notesMaster" Target="/ppt/notesMasters/notesMaster1.xml" Id="Reebef34071f242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869fe815ce746f1" /><Relationship Type="http://schemas.openxmlformats.org/officeDocument/2006/relationships/notesMaster" Target="/ppt/notesMasters/notesMaster1.xml" Id="Rbb231da2a1744d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开场问题：单episode的25个support是否等于总标签预算？</a:t>
            </a:r>
          </a:p>
          <a:p xmlns:a="http://schemas.openxmlformats.org/drawingml/2006/main">
            <a:r>
              <a:t>原标题：5-shot 的五个样本，究竟怎么算？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封面图源：16_protonet_teaching.ipynb / episode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这是本项目纠正过的话术："只25个标签就92%"不成立——类划分本身用了大量标注。完整预算=encoder标注+support。</a:t>
            </a:r>
          </a:p>
          <a:p xmlns:a="http://schemas.openxmlformats.org/drawingml/2006/main">
            <a:r>
              <a:t>Meta-training labels / 25 support labels / Query evaluation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展示当前6/5/5显式划分，说明同场景patch仍可共享无标签上下文。</a:t>
            </a:r>
          </a:p>
          <a:p xmlns:a="http://schemas.openxmlformats.org/drawingml/2006/main">
            <a:r>
              <a:t>Meta-train / Meta-val / Meta-test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图例明确圆圈/叉号，打印原图坐标与无交集断言。</a:t>
            </a:r>
          </a:p>
          <a:p xmlns:a="http://schemas.openxmlformats.org/drawingml/2006/main">
            <a:r>
              <a:t>Sample classes / Support K / Query Q</a:t>
            </a:r>
          </a:p>
          <a:p xmlns:a="http://schemas.openxmlformats.org/drawingml/2006/main">
            <a:r>
              <a:t>图源：16_protonet_teaching.ipynb / episode / 0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均值原型后平方距离9和25，负号使近者logit更大。手算完再对代码。</a:t>
            </a:r>
          </a:p>
          <a:p xmlns:a="http://schemas.openxmlformats.org/drawingml/2006/main">
            <a:r>
              <a:t>Prototype (1,0) / Query (4,0) / Prototype (9,0)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不能把分别训练的模型曲线解释成纯K变化效果。</a:t>
            </a:r>
          </a:p>
          <a:p xmlns:a="http://schemas.openxmlformats.org/drawingml/2006/main">
            <a:r>
              <a:t>1-shot / 5-shot / 10-shot</a:t>
            </a:r>
          </a:p>
          <a:p xmlns:a="http://schemas.openxmlformats.org/drawingml/2006/main">
            <a:r>
              <a:t>图源：16_protonet_teaching.ipynb / evaluation / 0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GT用于显示，不进入推理；本次map特意展示封闭输出空间的局限。</a:t>
            </a:r>
          </a:p>
          <a:p xmlns:a="http://schemas.openxmlformats.org/drawingml/2006/main">
            <a:r>
              <a:t>Support classes / Forced assignment / Display only</a:t>
            </a:r>
          </a:p>
          <a:p xmlns:a="http://schemas.openxmlformats.org/drawingml/2006/main">
            <a:r>
              <a:t>图源：16_protonet_teaching.ipynb / maps / 0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Notebook16 episode-update复制encoder做一次训练episode，不改变演示权重；BN统计固定。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任务间std不是新数据集的泛化置信区间。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作业：A05；完整示例 / 填空 / 迁移；提交代码、配置、结果和限制。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退出题：单episode的25个support是否等于总标签预算？</a:t>
            </a:r>
          </a:p>
          <a:p xmlns:a="http://schemas.openxmlformats.org/drawingml/2006/main">
            <a:r>
              <a:t>课堂入口: 16_protonet_teaching.ipynb</a:t>
            </a:r>
          </a:p>
          <a:p xmlns:a="http://schemas.openxmlformats.org/drawingml/2006/main">
            <a:r>
              <a:t>定位: protocol, episode, prototype-math, evaluation, maps, episode-update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AI辅助：审计这份few-shot配置的标签预算、类集合与support/query信息流。输出需执行的断言，禁止把单episode的support数量写成总训练标注量。</a:t>
            </a:r>
          </a:p>
          <a:p xmlns:a="http://schemas.openxmlformats.org/drawingml/2006/main">
            <a:r>
              <a:t>人工核验：验证类集合不交、像元不交、独立采样器；核对BN是否适应query。</a:t>
            </a:r>
          </a:p>
          <a:p xmlns:a="http://schemas.openxmlformats.org/drawingml/2006/main">
            <a:r>
              <a:t>Snell et al. Prototypical Networks, 2017</a:t>
            </a:r>
          </a:p>
          <a:p xmlns:a="http://schemas.openxmlformats.org/drawingml/2006/main">
            <a:r>
              <a:t>https://arxiv.org/abs/1703.05175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eeaf55ba649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43a5f0bbb49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2042602ad41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c15466fd2041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204c9a85a49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f609957db84b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886076-B9FB-48C0-B5DD-CB8C88DCC4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73E3EC-FE65-40DF-91AD-803AB9FA62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B60E580-2F1C-4730-BC82-DBDA3FF513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D6B0FB-D52A-41D3-8BE2-D43C64967A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E154DA4-D7E7-4E36-AAB5-D8006D8E92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68BE3B-FE49-4C59-8D66-AE969CCB0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D715CC-042E-43F9-A2EE-86625B719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7C43E8-3155-4AC4-BE00-B95FB2E769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59EB9B-9D47-4997-9F1A-951AA75514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3B0D119-182F-4E08-A805-EEEE77298E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35889ae2404776" /><Relationship Type="http://schemas.openxmlformats.org/officeDocument/2006/relationships/slideLayout" Target="/ppt/slideLayouts/slideLayout1.xml" Id="Re8abab356e5d4fee" /><Relationship Type="http://schemas.openxmlformats.org/officeDocument/2006/relationships/slideLayout" Target="/ppt/slideLayouts/slideLayout2.xml" Id="R3f4869f2329a453a" /><Relationship Type="http://schemas.openxmlformats.org/officeDocument/2006/relationships/slideLayout" Target="/ppt/slideLayouts/slideLayout3.xml" Id="R10951a9fb1154347" /><Relationship Type="http://schemas.openxmlformats.org/officeDocument/2006/relationships/slideLayout" Target="/ppt/slideLayouts/slideLayout4.xml" Id="R096ab471f5c94b82" /><Relationship Type="http://schemas.openxmlformats.org/officeDocument/2006/relationships/slideLayout" Target="/ppt/slideLayouts/slideLayout5.xml" Id="Rbcc6134687884d64" /><Relationship Type="http://schemas.openxmlformats.org/officeDocument/2006/relationships/slideLayout" Target="/ppt/slideLayouts/slideLayout6.xml" Id="R5be1690ab8a34c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abab356e5d4fee"/>
    <p:sldLayoutId xmlns:r="http://schemas.openxmlformats.org/officeDocument/2006/relationships" id="2147483650" r:id="R3f4869f2329a453a"/>
    <p:sldLayoutId xmlns:r="http://schemas.openxmlformats.org/officeDocument/2006/relationships" id="2147483651" r:id="R10951a9fb1154347"/>
    <p:sldLayoutId xmlns:r="http://schemas.openxmlformats.org/officeDocument/2006/relationships" id="2147483652" r:id="R096ab471f5c94b82"/>
    <p:sldLayoutId xmlns:r="http://schemas.openxmlformats.org/officeDocument/2006/relationships" id="2147483653" r:id="Rbcc6134687884d64"/>
    <p:sldLayoutId xmlns:r="http://schemas.openxmlformats.org/officeDocument/2006/relationships" id="2147483654" r:id="R5be1690ab8a34c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cda5ec90d64239" /><Relationship Type="http://schemas.openxmlformats.org/officeDocument/2006/relationships/image" Target="/ppt/media/image.png" Id="R9be54621e5dc48b1" /><Relationship Type="http://schemas.openxmlformats.org/officeDocument/2006/relationships/notesSlide" Target="/ppt/notesSlides/notesSlide1.xml" Id="Rf0145685f42844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c96815401c4135" /><Relationship Type="http://schemas.openxmlformats.org/officeDocument/2006/relationships/notesSlide" Target="/ppt/notesSlides/notesSlide2.xml" Id="Rcef610b7b94745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fb585754514fa1" /><Relationship Type="http://schemas.openxmlformats.org/officeDocument/2006/relationships/notesSlide" Target="/ppt/notesSlides/notesSlide3.xml" Id="Ra3ff50550ead4f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6d8e2a95d41f9" /><Relationship Type="http://schemas.openxmlformats.org/officeDocument/2006/relationships/notesSlide" Target="/ppt/notesSlides/notesSlide4.xml" Id="R75ead7821f5f41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00ee9fcb154a92" /><Relationship Type="http://schemas.openxmlformats.org/officeDocument/2006/relationships/image" Target="/ppt/media/image2.png" Id="Rd0f511bbabd2426a" /><Relationship Type="http://schemas.openxmlformats.org/officeDocument/2006/relationships/notesSlide" Target="/ppt/notesSlides/notesSlide5.xml" Id="Re5f07fe104fa49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07d78e6374423a" /><Relationship Type="http://schemas.openxmlformats.org/officeDocument/2006/relationships/image" Target="/ppt/media/image3.png" Id="R7f3940aff6494a62" /><Relationship Type="http://schemas.openxmlformats.org/officeDocument/2006/relationships/notesSlide" Target="/ppt/notesSlides/notesSlide6.xml" Id="R610144b8adea47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e0e70f36f44214" /><Relationship Type="http://schemas.openxmlformats.org/officeDocument/2006/relationships/image" Target="/ppt/media/image4.png" Id="R6ec4bd294e704184" /><Relationship Type="http://schemas.openxmlformats.org/officeDocument/2006/relationships/notesSlide" Target="/ppt/notesSlides/notesSlide7.xml" Id="Rbbd50ff03ec04b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d061c0933142c8" /><Relationship Type="http://schemas.openxmlformats.org/officeDocument/2006/relationships/image" Target="/ppt/media/image5.png" Id="R3a5f0832a5524ca0" /><Relationship Type="http://schemas.openxmlformats.org/officeDocument/2006/relationships/notesSlide" Target="/ppt/notesSlides/notesSlide8.xml" Id="R9f0b3fe3a0ac42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a8e0c51c8c4cbc" /><Relationship Type="http://schemas.openxmlformats.org/officeDocument/2006/relationships/notesSlide" Target="/ppt/notesSlides/notesSlide9.xml" Id="Ra143a261f09a48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a6046cf3134778" /><Relationship Type="http://schemas.openxmlformats.org/officeDocument/2006/relationships/notesSlide" Target="/ppt/notesSlides/notesSlide10.xml" Id="R043c2ebb142448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5299a014784d53" /><Relationship Type="http://schemas.openxmlformats.org/officeDocument/2006/relationships/notesSlide" Target="/ppt/notesSlides/notesSlide11.xml" Id="R0d5673563c2247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45345e675d43be" /><Relationship Type="http://schemas.openxmlformats.org/officeDocument/2006/relationships/notesSlide" Target="/ppt/notesSlides/notesSlide12.xml" Id="Re2335256349746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39c21c826f450a" /><Relationship Type="http://schemas.openxmlformats.org/officeDocument/2006/relationships/notesSlide" Target="/ppt/notesSlides/notesSlide13.xml" Id="R676b098fef8f4d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BA391672-23E6-461E-B046-FA302F08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3EDAB331-5DE4-4285-8172-51814CBC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82D21-6075-4FA4-A58A-C2E970E3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E30F6-134B-49D9-8EBD-DA6F36A2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原型网络&#10;与少样本任务">
            <a:extLst xmlns:a="http://schemas.openxmlformats.org/drawingml/2006/main">
              <a:ext uri="{FF2B5EF4-FFF2-40B4-BE49-F238E27FC236}">
                <a16:creationId xmlns:a16="http://schemas.microsoft.com/office/drawing/2014/main" id="{6CDC704B-4D55-4618-BC6B-E1F3801D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原型网络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与少样本任务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347E1-C56A-45D4-A8EB-B078661BB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54621e5dc48b1"/>
          <a:stretch xmlns:a="http://schemas.openxmlformats.org/drawingml/2006/main"/>
        </p:blipFill>
        <p:spPr>
          <a:xfrm xmlns:a="http://schemas.openxmlformats.org/drawingml/2006/main">
            <a:off x="6591300" y="2671825"/>
            <a:ext cx="4914900" cy="1038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DFC95-9303-423B-A4AB-DD49F729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Meta-training / Support / Quer">
            <a:extLst xmlns:a="http://schemas.openxmlformats.org/drawingml/2006/main">
              <a:ext uri="{FF2B5EF4-FFF2-40B4-BE49-F238E27FC236}">
                <a16:creationId xmlns:a16="http://schemas.microsoft.com/office/drawing/2014/main" id="{2BB2B624-09F0-490D-A509-23E4958B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Meta-training / Support / Query</a:t>
            </a:r>
          </a:p>
        </p:txBody>
      </p:sp>
      <p:sp>
        <p:nvSpPr>
          <p:cNvPr id="9" name="先修  /  L04/L05；理解特征向量">
            <a:extLst xmlns:a="http://schemas.openxmlformats.org/drawingml/2006/main">
              <a:ext uri="{FF2B5EF4-FFF2-40B4-BE49-F238E27FC236}">
                <a16:creationId xmlns:a16="http://schemas.microsoft.com/office/drawing/2014/main" id="{455A3E83-3CBF-4FDA-BBEA-A7C39867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L04/L05；理解特征向量</a:t>
            </a:r>
          </a:p>
        </p:txBody>
      </p:sp>
    </p:spTree>
    <p:extLst>
      <p:ext uri="{BB962C8B-B14F-4D97-AF65-F5344CB8AC3E}">
        <p14:creationId xmlns:p14="http://schemas.microsoft.com/office/powerpoint/2010/main" val="16838533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F1258307-FC1E-436B-A658-CC2631B8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85A9BF11-82E5-4BE3-A260-4E5972EC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3254CEBE-83BA-4B12-A12D-57801347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7126A-A0E0-4629-9AA9-56D37A68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5F26F905-3FBA-49BC-BD89-CE1D9214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类集合与标签预算表">
            <a:extLst xmlns:a="http://schemas.openxmlformats.org/drawingml/2006/main">
              <a:ext uri="{FF2B5EF4-FFF2-40B4-BE49-F238E27FC236}">
                <a16:creationId xmlns:a16="http://schemas.microsoft.com/office/drawing/2014/main" id="{D7016D96-35AF-4409-8701-A11AE0CC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类集合与标签预算表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70B5F-A689-4AF5-B08C-60D29736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DBBF67AF-73A5-4A00-BB23-BB657853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episode位置清单">
            <a:extLst xmlns:a="http://schemas.openxmlformats.org/drawingml/2006/main">
              <a:ext uri="{FF2B5EF4-FFF2-40B4-BE49-F238E27FC236}">
                <a16:creationId xmlns:a16="http://schemas.microsoft.com/office/drawing/2014/main" id="{4CFB7AB7-2092-4563-918C-7BB1FDC2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episode位置清单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9FB6CF-4B34-4251-8960-53044840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9D0806A5-9A39-4F6F-95A6-0735F2E9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原型分类与K对照">
            <a:extLst xmlns:a="http://schemas.openxmlformats.org/drawingml/2006/main">
              <a:ext uri="{FF2B5EF4-FFF2-40B4-BE49-F238E27FC236}">
                <a16:creationId xmlns:a16="http://schemas.microsoft.com/office/drawing/2014/main" id="{E9459D81-F51E-462B-8CA3-3C902460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原型分类与K对照</a:t>
            </a:r>
          </a:p>
        </p:txBody>
      </p:sp>
    </p:spTree>
    <p:extLst>
      <p:ext uri="{BB962C8B-B14F-4D97-AF65-F5344CB8AC3E}">
        <p14:creationId xmlns:p14="http://schemas.microsoft.com/office/powerpoint/2010/main" val="15415253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DC58E2D4-D04D-4BB1-A057-952685C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C1A4779F-6C51-43B6-B37D-9AA47E96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25个标签，不是全部训练预算">
            <a:extLst xmlns:a="http://schemas.openxmlformats.org/drawingml/2006/main">
              <a:ext uri="{FF2B5EF4-FFF2-40B4-BE49-F238E27FC236}">
                <a16:creationId xmlns:a16="http://schemas.microsoft.com/office/drawing/2014/main" id="{96424F02-4A66-47B1-8460-88497A11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25个标签，不是全部训练预算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12E66-109A-4DE9-9738-7DFC7882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DEF54F83-288B-48FC-AD7E-F42B048B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25仅为5-way 5-shot support标签数">
            <a:extLst xmlns:a="http://schemas.openxmlformats.org/drawingml/2006/main">
              <a:ext uri="{FF2B5EF4-FFF2-40B4-BE49-F238E27FC236}">
                <a16:creationId xmlns:a16="http://schemas.microsoft.com/office/drawing/2014/main" id="{52B72A2D-C95F-4A5A-93EF-5BAFE787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25仅为5-way 5-shot support标签数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F0E349DA-19E3-4285-8AD3-B3BE8271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训练池与训练query监督也消耗标注">
            <a:extLst xmlns:a="http://schemas.openxmlformats.org/drawingml/2006/main">
              <a:ext uri="{FF2B5EF4-FFF2-40B4-BE49-F238E27FC236}">
                <a16:creationId xmlns:a16="http://schemas.microsoft.com/office/drawing/2014/main" id="{0A7373F8-7E1C-4C22-BF43-FF1886C3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训练池与训练query监督也消耗标注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AA268807-3020-4E67-AD74-16A1D979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验证标签与部署support另外记录">
            <a:extLst xmlns:a="http://schemas.openxmlformats.org/drawingml/2006/main">
              <a:ext uri="{FF2B5EF4-FFF2-40B4-BE49-F238E27FC236}">
                <a16:creationId xmlns:a16="http://schemas.microsoft.com/office/drawing/2014/main" id="{6423547D-EDDD-4C80-B109-CC1CEE09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验证标签与部署support另外记录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1720C-2504-4A6F-AB7B-3E8038F4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cfg['classes']['test']&#10;[12">
            <a:extLst xmlns:a="http://schemas.openxmlformats.org/drawingml/2006/main">
              <a:ext uri="{FF2B5EF4-FFF2-40B4-BE49-F238E27FC236}">
                <a16:creationId xmlns:a16="http://schemas.microsoft.com/office/drawing/2014/main" id="{941C7680-56E5-46CB-AAF0-194B913D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cfg['classes']['test']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[12, 13, 14, 15, 16]</a:t>
            </a:r>
          </a:p>
        </p:txBody>
      </p:sp>
    </p:spTree>
    <p:extLst>
      <p:ext uri="{BB962C8B-B14F-4D97-AF65-F5344CB8AC3E}">
        <p14:creationId xmlns:p14="http://schemas.microsoft.com/office/powerpoint/2010/main" val="510384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470FFE6F-DB90-44DE-9445-56757334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D2EE13E6-3CF1-4249-9FB1-0DF392D4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同类少标注与未见类学习">
            <a:extLst xmlns:a="http://schemas.openxmlformats.org/drawingml/2006/main">
              <a:ext uri="{FF2B5EF4-FFF2-40B4-BE49-F238E27FC236}">
                <a16:creationId xmlns:a16="http://schemas.microsoft.com/office/drawing/2014/main" id="{0E082623-B34B-473A-AE43-BEFD1A94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同类少标注与未见类学习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0C548-1DC0-4FDB-97B8-0D497DB7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7885F7D3-EEC4-4420-ADE6-7E3AEC00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same-class：像元分开">
            <a:extLst xmlns:a="http://schemas.openxmlformats.org/drawingml/2006/main">
              <a:ext uri="{FF2B5EF4-FFF2-40B4-BE49-F238E27FC236}">
                <a16:creationId xmlns:a16="http://schemas.microsoft.com/office/drawing/2014/main" id="{CE61A685-F348-4377-AB6F-E4F45DC8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same-class：像元分开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62E187D5-13DB-455A-ACC6-255C1A07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class-disjoint：类别分开">
            <a:extLst xmlns:a="http://schemas.openxmlformats.org/drawingml/2006/main">
              <a:ext uri="{FF2B5EF4-FFF2-40B4-BE49-F238E27FC236}">
                <a16:creationId xmlns:a16="http://schemas.microsoft.com/office/drawing/2014/main" id="{676107E3-5D5A-4C5C-AB5D-EC4AC8B0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class-disjoint：类别分开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BD96C30D-A11E-4E2C-913E-3FC8AD04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两者都不自动空间独立">
            <a:extLst xmlns:a="http://schemas.openxmlformats.org/drawingml/2006/main">
              <a:ext uri="{FF2B5EF4-FFF2-40B4-BE49-F238E27FC236}">
                <a16:creationId xmlns:a16="http://schemas.microsoft.com/office/drawing/2014/main" id="{49F67BC9-F96F-4171-8277-EAD0E755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两者都不自动空间独立</a:t>
            </a:r>
          </a:p>
        </p:txBody>
      </p:sp>
    </p:spTree>
    <p:extLst>
      <p:ext uri="{BB962C8B-B14F-4D97-AF65-F5344CB8AC3E}">
        <p14:creationId xmlns:p14="http://schemas.microsoft.com/office/powerpoint/2010/main" val="6068144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297188E1-446F-4C16-9570-23BD9458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35896285-116A-4AC8-8B69-14F6F784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Support和Query不能串门">
            <a:extLst xmlns:a="http://schemas.openxmlformats.org/drawingml/2006/main">
              <a:ext uri="{FF2B5EF4-FFF2-40B4-BE49-F238E27FC236}">
                <a16:creationId xmlns:a16="http://schemas.microsoft.com/office/drawing/2014/main" id="{336FABB5-9A24-4C65-9527-0FEFF2A8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Support和Query不能串门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4092E-722A-4EFD-B479-5BFAC188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733F1-6ADF-4688-93D5-BE82FF78C2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511bbabd2426a"/>
          <a:stretch xmlns:a="http://schemas.openxmlformats.org/drawingml/2006/main"/>
        </p:blipFill>
        <p:spPr>
          <a:xfrm xmlns:a="http://schemas.openxmlformats.org/drawingml/2006/main">
            <a:off x="685800" y="2829210"/>
            <a:ext cx="10820400" cy="228543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494B1-5D3C-4E89-B407-09150737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每轮抽5类">
            <a:extLst xmlns:a="http://schemas.openxmlformats.org/drawingml/2006/main">
              <a:ext uri="{FF2B5EF4-FFF2-40B4-BE49-F238E27FC236}">
                <a16:creationId xmlns:a16="http://schemas.microsoft.com/office/drawing/2014/main" id="{4440B10F-27B3-402F-AA67-35D2E0C5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每轮抽5类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E718F-975D-4C36-9C19-61EEE080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支持集建原型，query算损失/指标">
            <a:extLst xmlns:a="http://schemas.openxmlformats.org/drawingml/2006/main">
              <a:ext uri="{FF2B5EF4-FFF2-40B4-BE49-F238E27FC236}">
                <a16:creationId xmlns:a16="http://schemas.microsoft.com/office/drawing/2014/main" id="{3368550C-8C78-4F7B-8301-F1C77E7C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支持集建原型，query算损失/指标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E42D5B-3286-456B-A66D-DE38A981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不足N类必须报错">
            <a:extLst xmlns:a="http://schemas.openxmlformats.org/drawingml/2006/main">
              <a:ext uri="{FF2B5EF4-FFF2-40B4-BE49-F238E27FC236}">
                <a16:creationId xmlns:a16="http://schemas.microsoft.com/office/drawing/2014/main" id="{7903E2F6-ADD3-4CED-A30F-5FBC9CD6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不足N类必须报错</a:t>
            </a:r>
          </a:p>
        </p:txBody>
      </p:sp>
    </p:spTree>
    <p:extLst>
      <p:ext uri="{BB962C8B-B14F-4D97-AF65-F5344CB8AC3E}">
        <p14:creationId xmlns:p14="http://schemas.microsoft.com/office/powerpoint/2010/main" val="8487920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B7FFB8A7-CFE0-488F-8FA1-D9D97CA2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33E420B6-C601-43D7-80D4-A48FF3CF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用二维例子算原型">
            <a:extLst xmlns:a="http://schemas.openxmlformats.org/drawingml/2006/main">
              <a:ext uri="{FF2B5EF4-FFF2-40B4-BE49-F238E27FC236}">
                <a16:creationId xmlns:a16="http://schemas.microsoft.com/office/drawing/2014/main" id="{99F9CC71-962E-48BF-876C-3CAB3784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用二维例子算原型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0D8FB-3706-463D-BA40-E62A8089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类1支持点(0,0),(2,0) → 原型(1,0)">
            <a:extLst xmlns:a="http://schemas.openxmlformats.org/drawingml/2006/main">
              <a:ext uri="{FF2B5EF4-FFF2-40B4-BE49-F238E27FC236}">
                <a16:creationId xmlns:a16="http://schemas.microsoft.com/office/drawing/2014/main" id="{5F96189E-4123-445D-A5C9-C6683709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类1支持点(0,0),(2,0) → 原型(1,0)</a:t>
            </a:r>
          </a:p>
        </p:txBody>
      </p:sp>
      <p:sp>
        <p:nvSpPr>
          <p:cNvPr id="6" name="类2支持点(8,0),(10,0) → 原型(9,0)">
            <a:extLst xmlns:a="http://schemas.openxmlformats.org/drawingml/2006/main">
              <a:ext uri="{FF2B5EF4-FFF2-40B4-BE49-F238E27FC236}">
                <a16:creationId xmlns:a16="http://schemas.microsoft.com/office/drawing/2014/main" id="{4DDF33F9-1464-4109-9B7D-01F366AD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类2支持点(8,0),(10,0) → 原型(9,0)</a:t>
            </a:r>
          </a:p>
        </p:txBody>
      </p:sp>
      <p:sp>
        <p:nvSpPr>
          <p:cNvPr id="7" name="query=(4,0)：距离9 vs 25，归类1">
            <a:extLst xmlns:a="http://schemas.openxmlformats.org/drawingml/2006/main">
              <a:ext uri="{FF2B5EF4-FFF2-40B4-BE49-F238E27FC236}">
                <a16:creationId xmlns:a16="http://schemas.microsoft.com/office/drawing/2014/main" id="{039545E6-5B21-49E2-98B3-38435DE3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query=(4,0)：距离9 vs 25，归类1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33349-CDD8-4C89-AE9D-924BD18D7C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940aff6494a62"/>
          <a:stretch xmlns:a="http://schemas.openxmlformats.org/drawingml/2006/main"/>
        </p:blipFill>
        <p:spPr>
          <a:xfrm xmlns:a="http://schemas.openxmlformats.org/drawingml/2006/main">
            <a:off x="6096000" y="3200220"/>
            <a:ext cx="5410200" cy="37183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BC69F-4503-4979-9094-0878D5CF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c1, c2 = (0+2)/2, (8+10)/2">
            <a:extLst xmlns:a="http://schemas.openxmlformats.org/drawingml/2006/main">
              <a:ext uri="{FF2B5EF4-FFF2-40B4-BE49-F238E27FC236}">
                <a16:creationId xmlns:a16="http://schemas.microsoft.com/office/drawing/2014/main" id="{2EA16151-6CF7-47C9-B703-0B423B46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c1, c2 = (0+2)/2, (8+10)/2</a:t>
            </a:r>
          </a:p>
        </p:txBody>
      </p:sp>
      <p:sp>
        <p:nvSpPr>
          <p:cNvPr id="11" name="(1.0, 9.0)">
            <a:extLst xmlns:a="http://schemas.openxmlformats.org/drawingml/2006/main">
              <a:ext uri="{FF2B5EF4-FFF2-40B4-BE49-F238E27FC236}">
                <a16:creationId xmlns:a16="http://schemas.microsoft.com/office/drawing/2014/main" id="{3DBDE590-83D0-48FC-8A83-51AAC6E7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(1.0, 9.0)</a:t>
            </a:r>
          </a:p>
        </p:txBody>
      </p:sp>
    </p:spTree>
    <p:extLst>
      <p:ext uri="{BB962C8B-B14F-4D97-AF65-F5344CB8AC3E}">
        <p14:creationId xmlns:p14="http://schemas.microsoft.com/office/powerpoint/2010/main" val="11401734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A4286A9F-102A-4210-8E2F-8F769A6A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E006C983-AE47-46CF-99D5-C6144850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K对照要用同一encoder">
            <a:extLst xmlns:a="http://schemas.openxmlformats.org/drawingml/2006/main">
              <a:ext uri="{FF2B5EF4-FFF2-40B4-BE49-F238E27FC236}">
                <a16:creationId xmlns:a16="http://schemas.microsoft.com/office/drawing/2014/main" id="{C9CD6DBD-1CBC-47B5-9EBD-CDAC7ACE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K对照要用同一encoder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5A903-53A9-4522-BFC6-52A82F23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57BA2-63E9-4B44-83BB-7CB09F3B81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4bd294e704184"/>
          <a:stretch xmlns:a="http://schemas.openxmlformats.org/drawingml/2006/main"/>
        </p:blipFill>
        <p:spPr>
          <a:xfrm xmlns:a="http://schemas.openxmlformats.org/drawingml/2006/main">
            <a:off x="1878149" y="2019300"/>
            <a:ext cx="8435702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E8EE5-D804-485A-855D-700D9DFB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冻结已验证checkpoint">
            <a:extLst xmlns:a="http://schemas.openxmlformats.org/drawingml/2006/main">
              <a:ext uri="{FF2B5EF4-FFF2-40B4-BE49-F238E27FC236}">
                <a16:creationId xmlns:a16="http://schemas.microsoft.com/office/drawing/2014/main" id="{7E664150-46F4-4930-8C9E-DFBCF97E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冻结已验证checkpoint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C5937-5BAA-453C-9B1D-4702C1B0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固定类池与配对query">
            <a:extLst xmlns:a="http://schemas.openxmlformats.org/drawingml/2006/main">
              <a:ext uri="{FF2B5EF4-FFF2-40B4-BE49-F238E27FC236}">
                <a16:creationId xmlns:a16="http://schemas.microsoft.com/office/drawing/2014/main" id="{B420E557-78CE-49B3-9F30-B6ADBC4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固定类池与配对query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B68E5-9F14-4441-8FBA-35AD5929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任务重复不是新数据集证据">
            <a:extLst xmlns:a="http://schemas.openxmlformats.org/drawingml/2006/main">
              <a:ext uri="{FF2B5EF4-FFF2-40B4-BE49-F238E27FC236}">
                <a16:creationId xmlns:a16="http://schemas.microsoft.com/office/drawing/2014/main" id="{464D3840-4413-477A-BF39-CD05D8A2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任务重复不是新数据集证据</a:t>
            </a:r>
          </a:p>
        </p:txBody>
      </p:sp>
    </p:spTree>
    <p:extLst>
      <p:ext uri="{BB962C8B-B14F-4D97-AF65-F5344CB8AC3E}">
        <p14:creationId xmlns:p14="http://schemas.microsoft.com/office/powerpoint/2010/main" val="11786197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E76DC933-1F4D-40D1-BC0B-7A5F28B9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84F9D2E4-4DD1-48B2-A196-027E2E00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全图map只是任务外示范">
            <a:extLst xmlns:a="http://schemas.openxmlformats.org/drawingml/2006/main">
              <a:ext uri="{FF2B5EF4-FFF2-40B4-BE49-F238E27FC236}">
                <a16:creationId xmlns:a16="http://schemas.microsoft.com/office/drawing/2014/main" id="{805766A9-7B77-4282-A4F7-999563EF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全图map只是任务外示范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8632C-55B5-4741-AB17-2755F7D1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F87D3-E39E-49A0-85B8-BD85D9CB16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f0832a5524ca0"/>
          <a:stretch xmlns:a="http://schemas.openxmlformats.org/drawingml/2006/main"/>
        </p:blipFill>
        <p:spPr>
          <a:xfrm xmlns:a="http://schemas.openxmlformats.org/drawingml/2006/main">
            <a:off x="2512112" y="2019300"/>
            <a:ext cx="7167775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65F14-81B7-441D-894B-C4EF9C78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只存在五类原型">
            <a:extLst xmlns:a="http://schemas.openxmlformats.org/drawingml/2006/main">
              <a:ext uri="{FF2B5EF4-FFF2-40B4-BE49-F238E27FC236}">
                <a16:creationId xmlns:a16="http://schemas.microsoft.com/office/drawing/2014/main" id="{7BD091E6-8194-44AD-9FEF-E9CDB577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只存在五类原型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5B665-EFAE-47C0-B892-0224047E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其他类会被强制分到五类">
            <a:extLst xmlns:a="http://schemas.openxmlformats.org/drawingml/2006/main">
              <a:ext uri="{FF2B5EF4-FFF2-40B4-BE49-F238E27FC236}">
                <a16:creationId xmlns:a16="http://schemas.microsoft.com/office/drawing/2014/main" id="{4C2690C5-26D8-4312-B0FC-51A31AD9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其他类会被强制分到五类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F5677-4D63-42FA-B8FC-6FF5F367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不能用这张图声称16类泛化">
            <a:extLst xmlns:a="http://schemas.openxmlformats.org/drawingml/2006/main">
              <a:ext uri="{FF2B5EF4-FFF2-40B4-BE49-F238E27FC236}">
                <a16:creationId xmlns:a16="http://schemas.microsoft.com/office/drawing/2014/main" id="{A47579B4-CC26-4352-B9AE-334B3E45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不能用这张图声称16类泛化</a:t>
            </a:r>
          </a:p>
        </p:txBody>
      </p:sp>
    </p:spTree>
    <p:extLst>
      <p:ext uri="{BB962C8B-B14F-4D97-AF65-F5344CB8AC3E}">
        <p14:creationId xmlns:p14="http://schemas.microsoft.com/office/powerpoint/2010/main" val="7581084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29E20871-69E2-4B14-AF7E-0E2AD849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32BFC445-DBFC-45D2-A15E-13497808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一个episode如何更新encoder">
            <a:extLst xmlns:a="http://schemas.openxmlformats.org/drawingml/2006/main">
              <a:ext uri="{FF2B5EF4-FFF2-40B4-BE49-F238E27FC236}">
                <a16:creationId xmlns:a16="http://schemas.microsoft.com/office/drawing/2014/main" id="{8102E49C-DA5B-48E8-B5F0-5A81C208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一个episode如何更新encoder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884C7-38E4-4020-9E9F-8568BE43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support编码并建立类均值">
            <a:extLst xmlns:a="http://schemas.openxmlformats.org/drawingml/2006/main">
              <a:ext uri="{FF2B5EF4-FFF2-40B4-BE49-F238E27FC236}">
                <a16:creationId xmlns:a16="http://schemas.microsoft.com/office/drawing/2014/main" id="{D45CF5AD-35B7-43A9-AB4A-0F63349B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support编码并建立类均值</a:t>
            </a:r>
          </a:p>
        </p:txBody>
      </p:sp>
      <p:sp>
        <p:nvSpPr>
          <p:cNvPr id="6" name="query编码，负平方距离作为logits">
            <a:extLst xmlns:a="http://schemas.openxmlformats.org/drawingml/2006/main">
              <a:ext uri="{FF2B5EF4-FFF2-40B4-BE49-F238E27FC236}">
                <a16:creationId xmlns:a16="http://schemas.microsoft.com/office/drawing/2014/main" id="{42A1B85B-0ED9-48DE-B4F0-ED8E02F0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query编码，负平方距离作为logits</a:t>
            </a:r>
          </a:p>
        </p:txBody>
      </p:sp>
      <p:sp>
        <p:nvSpPr>
          <p:cNvPr id="7" name="query标签计算CE；反传到encoder">
            <a:extLst xmlns:a="http://schemas.openxmlformats.org/drawingml/2006/main">
              <a:ext uri="{FF2B5EF4-FFF2-40B4-BE49-F238E27FC236}">
                <a16:creationId xmlns:a16="http://schemas.microsoft.com/office/drawing/2014/main" id="{1FDA9FA9-4480-4AA8-B3E0-53E8C909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query标签计算CE；反传到encoder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B0F02642-7E31-4410-A714-30398B1C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upport→prototype">
            <a:extLst xmlns:a="http://schemas.openxmlformats.org/drawingml/2006/main">
              <a:ext uri="{FF2B5EF4-FFF2-40B4-BE49-F238E27FC236}">
                <a16:creationId xmlns:a16="http://schemas.microsoft.com/office/drawing/2014/main" id="{3B29E52A-C7D2-438F-8EED-2C45696A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0505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Support→prototype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47FFE-D8BB-4B75-A1A6-9DF6F49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90825"/>
            <a:ext cx="9525" cy="74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0A5251A6-8F71-4BCD-B1AE-19915F9E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0680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Query→logits→CE">
            <a:extLst xmlns:a="http://schemas.openxmlformats.org/drawingml/2006/main">
              <a:ext uri="{FF2B5EF4-FFF2-40B4-BE49-F238E27FC236}">
                <a16:creationId xmlns:a16="http://schemas.microsoft.com/office/drawing/2014/main" id="{FFDCB0EB-4B8C-4473-AA6F-AD4088CD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680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Query→logits→CE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58F76-30E8-4A48-8754-7620BF3A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2575"/>
            <a:ext cx="9525" cy="74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75B17F64-4DC1-4996-8995-540D86F7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0855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backward→encoder">
            <a:extLst xmlns:a="http://schemas.openxmlformats.org/drawingml/2006/main">
              <a:ext uri="{FF2B5EF4-FFF2-40B4-BE49-F238E27FC236}">
                <a16:creationId xmlns:a16="http://schemas.microsoft.com/office/drawing/2014/main" id="{1421BDB9-05AB-490B-891C-E87A0125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0855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backward→encoder</a:t>
            </a:r>
          </a:p>
        </p:txBody>
      </p:sp>
    </p:spTree>
    <p:extLst>
      <p:ext uri="{BB962C8B-B14F-4D97-AF65-F5344CB8AC3E}">
        <p14:creationId xmlns:p14="http://schemas.microsoft.com/office/powerpoint/2010/main" val="14649386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62E9D00F-E00C-4F2F-BE69-651AEDAB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8C02FADE-C0BA-4CCF-A98E-511430CB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配对K对照与任务方差">
            <a:extLst xmlns:a="http://schemas.openxmlformats.org/drawingml/2006/main">
              <a:ext uri="{FF2B5EF4-FFF2-40B4-BE49-F238E27FC236}">
                <a16:creationId xmlns:a16="http://schemas.microsoft.com/office/drawing/2014/main" id="{2354FC72-8FA8-4091-A955-2D8B4D49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配对K对照与任务方差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199CA-0066-45D9-AFD3-F1C526BE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CA2B76C6-550E-4C60-94D0-E4DCA745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同一encoder与类集合">
            <a:extLst xmlns:a="http://schemas.openxmlformats.org/drawingml/2006/main">
              <a:ext uri="{FF2B5EF4-FFF2-40B4-BE49-F238E27FC236}">
                <a16:creationId xmlns:a16="http://schemas.microsoft.com/office/drawing/2014/main" id="{C6506A84-2FF1-45B1-99B6-02035715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同一encoder与类集合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08960DD0-F7EE-44E0-9901-3A324F1A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同一query，support按嵌套子集改变K">
            <a:extLst xmlns:a="http://schemas.openxmlformats.org/drawingml/2006/main">
              <a:ext uri="{FF2B5EF4-FFF2-40B4-BE49-F238E27FC236}">
                <a16:creationId xmlns:a16="http://schemas.microsoft.com/office/drawing/2014/main" id="{1F3432E5-1194-4A10-8ED7-E4BBB753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同一query，support按嵌套子集改变K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8A775158-C010-43F1-B518-CB5DB5E4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报告每任务差值，保留下降任务">
            <a:extLst xmlns:a="http://schemas.openxmlformats.org/drawingml/2006/main">
              <a:ext uri="{FF2B5EF4-FFF2-40B4-BE49-F238E27FC236}">
                <a16:creationId xmlns:a16="http://schemas.microsoft.com/office/drawing/2014/main" id="{89FB7809-A71A-4D27-BE55-D5F9CEE2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报告每任务差值，保留下降任务</a:t>
            </a:r>
          </a:p>
        </p:txBody>
      </p:sp>
    </p:spTree>
    <p:extLst>
      <p:ext uri="{BB962C8B-B14F-4D97-AF65-F5344CB8AC3E}">
        <p14:creationId xmlns:p14="http://schemas.microsoft.com/office/powerpoint/2010/main" val="13576087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1E2BEC19-BAB0-4598-8630-930CBEBD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4277AC46-E7F1-4BDF-A606-B6F145DA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7ABA75B8-CF79-49FC-9A4D-E77431EE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C9EB5-9563-4E1C-AD42-F077A24D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C3FAA-C56D-4E1C-B015-2F8CD437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logits = prototype_logits(&#10;   ">
            <a:extLst xmlns:a="http://schemas.openxmlformats.org/drawingml/2006/main">
              <a:ext uri="{FF2B5EF4-FFF2-40B4-BE49-F238E27FC236}">
                <a16:creationId xmlns:a16="http://schemas.microsoft.com/office/drawing/2014/main" id="{ACD3BB54-5571-469F-B60C-C0B75DAD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logits = prototype_logits(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    se, torch.as_tensor(ep.support_y), qe, 5)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loss = torch.nn.functional.cross_entropy(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    logits, torch.as_tensor(ep.query_y))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not set(support) &amp; set(query)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B10B13EC-F333-4348-94B2-A7F313CC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16056001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12A945A3-E747-429F-AD8C-EBA9011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792B2B75-B357-4C9A-948D-5EF2624B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B0464E9A-A92B-46D9-8618-626A9525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C636E-2E93-4116-BFC3-F4D50B80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2434A65D-1C64-44E8-8592-FBD588A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固定query，K从1增至5；个别任务下降也如实记录。">
            <a:extLst xmlns:a="http://schemas.openxmlformats.org/drawingml/2006/main">
              <a:ext uri="{FF2B5EF4-FFF2-40B4-BE49-F238E27FC236}">
                <a16:creationId xmlns:a16="http://schemas.microsoft.com/office/drawing/2014/main" id="{427741FC-ED80-4BD8-A34B-86CC3386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固定query，K从1增至5；个别任务下降也如实记录。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90A84-6EAB-43EB-8DF1-A6225ABC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344A51B6-83D7-4597-A90A-11BBBF7F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单episode的25个support是否等于总标签预算？">
            <a:extLst xmlns:a="http://schemas.openxmlformats.org/drawingml/2006/main">
              <a:ext uri="{FF2B5EF4-FFF2-40B4-BE49-F238E27FC236}">
                <a16:creationId xmlns:a16="http://schemas.microsoft.com/office/drawing/2014/main" id="{4098E391-E88A-4395-977E-6F987A42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单episode的25个support是否等于总标签预算？</a:t>
            </a:r>
          </a:p>
        </p:txBody>
      </p:sp>
    </p:spTree>
    <p:extLst>
      <p:ext uri="{BB962C8B-B14F-4D97-AF65-F5344CB8AC3E}">
        <p14:creationId xmlns:p14="http://schemas.microsoft.com/office/powerpoint/2010/main" val="13421425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8  /  HSI LEARNING">
            <a:extLst xmlns:a="http://schemas.openxmlformats.org/drawingml/2006/main">
              <a:ext uri="{FF2B5EF4-FFF2-40B4-BE49-F238E27FC236}">
                <a16:creationId xmlns:a16="http://schemas.microsoft.com/office/drawing/2014/main" id="{3543F2C3-0CCC-4F53-8D84-0AE5E018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L08  /  HSI LEARNING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94D9B9D5-1F90-488B-9055-645C4A9F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65E6238C-93E4-4198-B099-44F6005A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8470F-EE36-4A7E-B746-195A6F80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B533F3A5-A99C-4FDB-A544-694AFBD7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同场景类别不交≠空间外推">
            <a:extLst xmlns:a="http://schemas.openxmlformats.org/drawingml/2006/main">
              <a:ext uri="{FF2B5EF4-FFF2-40B4-BE49-F238E27FC236}">
                <a16:creationId xmlns:a16="http://schemas.microsoft.com/office/drawing/2014/main" id="{7A636E10-D771-457D-949C-97EF4305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同场景类别不交≠空间外推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67B8A-3F37-4772-951E-C18D4AB2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3420145B-758D-450D-9AC5-029A3E45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样本相关时均值方差不必按1/K缩小">
            <a:extLst xmlns:a="http://schemas.openxmlformats.org/drawingml/2006/main">
              <a:ext uri="{FF2B5EF4-FFF2-40B4-BE49-F238E27FC236}">
                <a16:creationId xmlns:a16="http://schemas.microsoft.com/office/drawing/2014/main" id="{553369EC-2CCE-4BDA-8719-BF1B0AC6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样本相关时均值方差不必按1/K缩小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7B87AB6D-09B3-4EEB-8EEC-6C665C9D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1152528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2026-10-09T03:34:47.1600000Z</dcterms:created>
  <dcterms:modified xsi:type="dcterms:W3CDTF">2026-10-09T03:34:47.1600000Z</dcterms:modified>
</coreProperties>
</file>