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这是本项目纠正过的话术："只25个标签就92%"不成立——类划分本身用了大量标注。完整预算=encoder标注+support。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展示当前6/5/5显式划分，说明同场景patch仍可共享无标签上下文。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图例明确圆圈/叉号，打印原图坐标与无交集断言。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均值原型后平方距离9和25，负号使近者logit更大。手算完再对代码。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不能把分别训练的模型曲线解释成纯K变化效果。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GT用于显示，不进入推理；本次map特意展示封闭输出空间的局限。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审计这份few-shot配置的标签预算、类集合与support/query信息流。输出需执行的断言，禁止把单episode的support数量写成总训练标注量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16_protonet_teaching.ipynb</a:t>
            </a:r>
          </a:p>
          <a:p>
            <a:r>
              <a:t>定位: protocol, episode, prototype-math, evaluation, maps</a:t>
            </a:r>
          </a:p>
          <a:p>
            <a:r>
              <a:t>Snell et al. Prototypical Networks, 2017</a:t>
            </a:r>
          </a:p>
          <a:p>
            <a:r>
              <a:t>https://arxiv.org/abs/1703.05175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5-shot 的五个样本，究竟怎么算？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Meta-training / Support / 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类集合与标签预算表  ·  episode位置清单  ·  原型分类与K对照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L04/L05；理解特征向量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类集合与标签预算表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episode位置清单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原型分类与K对照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16_protonet_teaching.ipynb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protocol, episode, prototype-math, evaluation, 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A05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25个标签，不是全部训练预算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"25个标签"只是单次任务的support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encoder 用 6 类全部标注训练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meta-test 5 类：12,13,14,15,16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META['test']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[12, 13, 14, 15, 16]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Meta-training labels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25 support labels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Query evaluation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同类少标注与未见类学习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same-class：像元分开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class-disjoint：类别分开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两者都不自动空间独立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Meta-train</a:t>
            </a:r>
          </a:p>
        </p:txBody>
      </p:sp>
      <p:sp>
        <p:nvSpPr>
          <p:cNvPr id="10" name="Oval 9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Meta-val</a:t>
            </a:r>
          </a:p>
        </p:txBody>
      </p:sp>
      <p:sp>
        <p:nvSpPr>
          <p:cNvPr id="12" name="Oval 11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Meta-test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Support和Query不能串门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protonet_teaching-episode-0-19d8778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3339995"/>
            <a:ext cx="6903720" cy="14581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7" y="3339995"/>
            <a:ext cx="6903720" cy="1458168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每轮抽5类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支持集建原型，query算损失/指标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不足N类必须报错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16_protonet_teaching.ipynb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episode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用二维例子算原型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类1支持点(0,0),(2,0) → 原型(1,0)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类2支持点(8,0),(10,0) → 原型(9,0)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query=(4,0)：距离9 vs 25，归类1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c1, c2 = (0+2)/2, (8+10)/2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(1.0, 9.0)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05e391421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65120"/>
            <a:ext cx="4434840" cy="3048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Prototype (1,0)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Query (4,0)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Prototype (9,0)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K对照要用同一encoder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protonet_teaching-evaluation-0-b6579a4f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7" y="2471065"/>
            <a:ext cx="6903720" cy="319602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7" y="2471065"/>
            <a:ext cx="6903720" cy="3196029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冻结已验证checkpoint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固定类池与配对query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任务重复不是新数据集证据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16_protonet_teaching.ipynb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全图map只是任务外示范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protonet_teaching-maps-0-1e14b3b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88388"/>
            <a:ext cx="6903720" cy="376138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188388"/>
            <a:ext cx="6903720" cy="3761383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只存在五类原型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其他类会被强制分到五类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不能用这张图声称16类泛化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16_protonet_teaching.ipynb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maps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16_protonet_teaching.ipynb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1920239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35331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protos = stack([support[y==c].mean(0) for c in classes])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logits = -((query[:,None]-protos[None])**2).sum(-1)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loss = cross_entropy(logits, query_y)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not set(support_ids) &amp; set(query_ids)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634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protocol, episode, prototype-math, evaluation, maps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演示入口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演示资产：results/teaching_ready/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载入后只做推理与检查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训练与校准已在课前完成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固定query，K从1增至5；个别任务下降也如实记录。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A05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审计这份few-shot配置的标签预算、类集合与support/query信息流。输出需执行的断言，禁止把单episode的support数量写成总训练标注量。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验证类集合不交、像元不交、独立采样器；核对BN是否适应query。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同场景类别不交≠空间外推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样本相关时均值方差不必按1/K缩小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5-shot 的五个样本，究竟怎么算？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L08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Meta-training / Support /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Snell et al. Prototypical Networks, 2017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https://arxiv.org/abs/1703.05175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5-shot 的五个样本，究竟怎么算？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