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04429964-8cda-c2e8-a273-127e7f1134c3}">
          <p14:sldIdLst>
            <p14:sldId id="256"/>
            <p14:sldId id="257"/>
          </p14:sldIdLst>
        </p14:section>
        <p14:section name="讲解" id="{5ff3c69b-8863-67d1-721d-ac40423f4120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0232c4fc-e666-1648-7f98-f575cfce9a31}">
          <p14:sldIdLst>
            <p14:sldId id="265"/>
            <p14:sldId id="266"/>
          </p14:sldIdLst>
        </p14:section>
        <p14:section name="收束" id="{92a29d82-8319-3870-6faf-21b98229cc1b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开场问题：OA高、AA低时，应检查混淆矩阵哪里？
原标题：99% 准确率，为什么可能没有意义？
参考节奏：5分钟回顾，10分钟手算，10分钟代码，12分钟练习，5分钟错误分析，3分钟退出题。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
封面图源：02_svm_baseline.ipynb / raw-confusion /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展示一个分数但不展示协议，让学生提出必须追问的信息。
样本集合 / 指标分母 / 可声称结论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PCA/scaler不要先fit整图。开放集的模型选择与校准目前共享val，明确披露。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明确这是人工构造算例，不是Indian Pines实测。手算OA和AA。
A:900 → A / B:90 → A / C:10 → A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这是本项目自己纠过的错：正确做法是手算+库函数双验证，不许只信一次推导。
Observed .90 / Expected .90 / Kappa 0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讲课图按GT类别ID标轴，名字/support表在同一Notebook cell输出；第一张完整名称图供课后阅读。颜色是行归一化recall，不能说对角线是原始数量。
Rows = truth / Diagonal / Per-class recall
图源：02_svm_baseline.ipynb / raw-confusion / 1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共享split仍不等于共享输入：SVM为光谱，CNN还看空间邻域。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没有测试样本的类标为NA并报告覆盖，不把0/0静默算成0。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作业：A02；完整示例 / 填空 / 迁移；提交代码、配置、结果和限制。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退出题：OA高、AA低时，应检查混淆矩阵哪里？
课堂入口: 02_svm_baseline.ipynb
定位: protocol, metrics-toy, raw-confusion
先预测，再运行；答错时回到手算例。
AI辅助：给出这份实验协议的三个反例：哪些信息可能提前来自测试集？每条指出具体变量与检查断言，不要仅回答“存在数据泄漏”。
人工核验：逐项追踪fit/transform与model selection，手算toy指标并用库核对。
scikit-learn: model evaluation
https://scikit-learn.org/stable/modules/model_evaluation.html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划分与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评价指标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99% 准确率，为什么可能没有意义？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划分、指标与信息边界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L01：观测/标签已区分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200112"/>
            <a:ext cx="4096512" cy="3589096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401280"/>
            <a:ext cx="3694176" cy="3186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协议检查表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手算混淆矩阵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带边界的结果描述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 · metrics-toy · raw-confusion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先问分母，再问高分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先问分数算在哪些像元上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是否混入背景 0？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模型何时看过这些信息？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样本集合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指标分母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可声称结论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len(split['test_ids'])  # 协议E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8200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信息流的方向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训练拟合预处理与参数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验证选择超参数或checkpoint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测试只用于冻结后的报告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Train: fit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Val: select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Test: report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总报大类，也能得到90% OA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 样本数900/90/10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全部预测A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小类识别能力为零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OA = \frac{900}{1000} = 0.90 \qquad AA = \frac{1+0+0}{3} = \frac{1}{3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81739"/>
            <a:ext cx="4937760" cy="403082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toy['oa'], toy['aa']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(0.9, 0.3333)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Kappa不是“再算一次准确率”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p_o与p_e都为0.9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按真实与预测边缘频率计算p_e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该构造例Kappa为0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\kappa = \frac{p_o - p_e}{1 - p_e} = \frac{0.90 - 0.90}{0.10} =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044973"/>
            <a:ext cx="4937760" cy="676614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toy['kappa']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0.0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混淆矩阵是指标的原图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2_svm_baseline-raw-confusion-1-ab78fdf95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0028" y="2039112"/>
            <a:ext cx="4812384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颜色=每行比例，不是原始数量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名称与样本数见课后表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小类是否全错看对应行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  ·  cell raw-confusion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课堂协议E与历史记录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课堂统一seed42、10/10/80中心划分   ·   PCA/scaler只拟合训练中心   ·   历史A/B/C/D只作为独立记录阅读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课堂E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训练/验证/测试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1024 / 1025 / 8200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数据/seed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Indian Pines / 42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结果来源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当前run_config与metrics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指标分母必须写出来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逐类recall=该类正确数/该类测试数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AA=有测试支持类别的recall平均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全图展示包含训练中心，不是test OA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y = [0]*900 + [1]*90 + [2]*10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pred = [0]*1000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cohen_kappa_score(y, pred) == 0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Fit preprocessing on train; report test separately.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protocol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</a:t>
            </a:r>
            <a:endParaRPr lang="en-US" sz="1200" dirty="0"/>
          </a:p>
        </p:txBody>
      </p:sp>
      <p:sp>
        <p:nvSpPr>
          <p:cNvPr id="13" name="cell metrics-toy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metrics-toy</a:t>
            </a:r>
            <a:endParaRPr lang="en-US" sz="1200" dirty="0"/>
          </a:p>
        </p:txBody>
      </p:sp>
      <p:sp>
        <p:nvSpPr>
          <p:cNvPr id="15" name="cell raw-confusion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raw-confusion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把错误全部集中在小类，再观察OA与AA如何变化。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A02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OA高、AA低时，应检查混淆矩阵哪里？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相邻像元不是独立重复实验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标准差不直接等于显著性门槛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L02 99% 准确率，为什么可能没有意义？</dc:title>
  <dc:subject>PptxGenJS Presentation</dc:subject>
  <dc:creator>HSI-Learning</dc:creator>
  <cp:lastModifiedBy>HSI-Learning</cp:lastModifiedBy>
  <cp:revision>1</cp:revision>
  <dcterms:created xsi:type="dcterms:W3CDTF">2026-10-10T13:41:28Z</dcterms:created>
  <dcterms:modified xsi:type="dcterms:W3CDTF">2026-10-10T13:41:28Z</dcterms:modified>
</cp:coreProperties>
</file>