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09177fc3-e79a-b3d7-b3df-4d56a53e0e68}">
          <p14:sldIdLst>
            <p14:sldId id="256"/>
            <p14:sldId id="257"/>
          </p14:sldIdLst>
        </p14:section>
        <p14:section name="讲解" id="{dfdc39de-9539-753f-fa1e-1702d5a773fc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064a1cb9-3814-38db-0195-0172fd6acc16}">
          <p14:sldIdLst>
            <p14:sldId id="265"/>
            <p14:sldId id="266"/>
          </p14:sldIdLst>
        </p14:section>
        <p14:section name="收束" id="{f1db68b1-14fb-8dbc-9b8f-6b1be5cdc180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开场问题：换kernel后，首先核对哪个路径？
原标题：先验证环境，再相信结果
参考节奏：5分钟回顾，10分钟手算，10分钟代码，12分钟练习，5分钟错误分析，3分钟退出题。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
封面图源：00_environment_check.ipynb / dataset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开场展示一个常见 import 错误。让学生现在就打印自己 kernel 的 sys.executable——这是本课程最常见的翻车点，输出因机器而异，关键是确认指向项目 .venv。
终端解释器 / Notebook kernel / 实际运行环境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逐项通过才能前进。键名 indian_pines_corrected/indian_pines_gt 写错时 loadmat 不报错而是 KeyError 或多一层列表——现场演示一次错误键名。
Python / ROOT / MAT keys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现场从 notebooks/ 子目录启动 kernel，预测 ROOT 是否变化。BOOT cell 的逻辑就是逐级向父母录检查 dataset 标志。
HSI-Learning / notebooks/ / dataset/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这张图来自已执行第0课，不是示意图。读出 shape、dtype、标签集合。
Cube / Ground truth / Data card
图源：00_environment_check.ipynb / dataset / 0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先用batch2手算，再改batch3；断言与输入共享BATCH_SIZE。
(2,12,9,9) / Classifier / (2,16)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强调训练包不仅是pth。让学生打开 results/teaching_ready 下的 run_config.json 核对这三个值——加载不兼容权重应当失败。
配置 + 权重 / 预处理 + split / 校验 + 推理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启动清单见classroom-guide。离线输出是执行记录，明确区分现场重新运行。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作业：A01；完整示例 / 填空 / 迁移；提交代码、配置、结果和限制。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退出题：换kernel后，首先核对哪个路径？
课堂入口: 00_environment_check.ipynb
定位: environment, dataset, forward
先预测，再运行；答错时回到手算例。
AI辅助：根据我提供的 sys.executable、异常堆栈和 requirements，列出可能原因及最小只读检查命令。不要安装、删除文件或猜测环境；证据不足标明待检查。
人工核验：逐条在当前kernel验证；不执行无法解释的安装/删除命令。
PyTorch documentation
https://docs.pytorch.org/docs/stable/index.html
EHU: Hyperspectral Remote Sensing Scenes
https://www.ehu.eus/ccwintco/index.php/Hyperspectral_Remote_Sensing_Scenes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环境与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第一次前向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L00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先验证环境，再相信结果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Kernel / Path / Data / Forward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会运行 Python；不用先懂神经网络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188720"/>
            <a:ext cx="4096512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3537" y="1389888"/>
            <a:ext cx="3268204" cy="32095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环境版本报告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数据与标签检查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一次前向 shape 断言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00_environment_check.ipynb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environment · dataset · forward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A01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pip 安装成功，为什么仍然 import 失败？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终端 python 与 notebook kernel 常不是同一个环境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先打印 sys.executable，再谈依赖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环境路径以当前kernel实际输出为准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终端解释器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 kernel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实际运行环境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import sys; print(sys.executable)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&lt;项目&gt;\.venv\Scripts\python.exe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一次成功，分四层验证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数据存在 ≠ 键名正确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前向跑通 ≠ 模型有效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四层各有断言，不靠感觉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 keys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cube.shape, gt.shape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((145, 145, 200), (145, 145))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项目根目录不是个人绝对路径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BOOT cell 从当前目录向父目录找 dataset/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从根目录或 notebooks/ 启动都应成功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 D 盘路径不进教材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notebooks/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dataset/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(Path.cwd() / "dataset").exists()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False  # 从 notebooks/ 启动时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先检查数据，暂时不训练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00_environment_check-dataset-0-c619d8144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2595" y="2039112"/>
            <a:ext cx="4227250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cube 与 GT 的空间尺寸相同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表示未标注，不是无观测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保存数据版本与核验记录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00_environment_check.ipynb  ·  cell dataset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手算一个分类头输出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batch 为 2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已知类别数为 16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输出包含 32 个 logits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B=2,\ C=16 \;\Rightarrow\; \mathrm{logits} \in \mathbb{R}^{2 \times 16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66808"/>
            <a:ext cx="4937760" cy="432945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model(torch.zeros(2,12,9,9)).shape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torch.Size([2,16])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与 train 是两种承诺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演示包不止权重：PCA/scaler/split/阈值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加载时校验 SHA256 与配置匹配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缺资产就明示，不偷偷训练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 + 权重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+ split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 + 推理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课前资产与现场备用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运行准备脚本，再验证四个模型包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现场不启动完整训练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网络断开时可读已执行Notebook输出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print(sys.executable)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cube, gt, names = load_hsi_dataset("IP", ROOT/"dataset")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cube.shape[:2] == gt.shape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logits.shape == (2, len(names))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00_environment_check.ipynb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environment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13" name="cell dataset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dataset</a:t>
            </a:r>
            <a:endParaRPr lang="en-US" sz="1200" dirty="0"/>
          </a:p>
        </p:txBody>
      </p:sp>
      <p:sp>
        <p:nvSpPr>
          <p:cNvPr id="15" name="cell forward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forward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batch 从2改成3，先写出预期形状，再运行断言。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A01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换kernel后，首先核对哪个路径？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前向成功 ≠ 训练有效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本机验证 ≠ 所有平台保证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L00 先验证环境，再相信结果</dc:title>
  <dc:subject>PptxGenJS Presentation</dc:subject>
  <dc:creator>HSI-Learning</dc:creator>
  <cp:lastModifiedBy>HSI-Learning</cp:lastModifiedBy>
  <cp:revision>1</cp:revision>
  <dcterms:created xsi:type="dcterms:W3CDTF">2026-10-10T13:41:28Z</dcterms:created>
  <dcterms:modified xsi:type="dcterms:W3CDTF">2026-10-10T13:41:28Z</dcterms:modified>
</cp:coreProperties>
</file>