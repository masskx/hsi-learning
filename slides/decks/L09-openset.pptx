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默认稀有类留出只是教学split，不能代表所有未知地物。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用(2,1)手算MSP .731，整体平移不变。阈值不是拍脑袋：取已知类验证分数的95%分位，实测 0.2456。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已知类监督encoder，不冒称加载了ProtoNet。距离阈值同样来自验证分位：实测 5.5572。距离也可能失败。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本课模型选择与校准共享val需披露，不声称独立校准保证。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这是本项目自己的实证纠错：两方法在当前设置下排序能力相当，差距只在阈值处的代价分配。旧课件“距离远胜”的话术撤回。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先看图，再解释known false rejection与unknown miss。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深蓝=指定错误；灰色=未评估。计数来自固定测试集合。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检查这段开集代码的数据流：哪些量只能由train或val计算？为每个阈值写来源；禁止从test标签、AUROC最佳点选择部署阈值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17_openset_teaching.ipynb</a:t>
            </a:r>
          </a:p>
          <a:p>
            <a:r>
              <a:t>定位: protocol, scores, calibration, evaluation, maps</a:t>
            </a:r>
          </a:p>
          <a:p>
            <a:r>
              <a:t>Hendrycks &amp; Gimpel: detection baseline, 2017</a:t>
            </a:r>
          </a:p>
          <a:p>
            <a:r>
              <a:t>https://arxiv.org/abs/1610.02136</a:t>
            </a:r>
          </a:p>
          <a:p>
            <a:r>
              <a:t>Bendale &amp; Boult: Towards Open Set Deep Networks, 2016</a:t>
            </a:r>
          </a:p>
          <a:p>
            <a:r>
              <a:t>https://arxiv.org/abs/1511.06233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模型能学会说“我不知道”吗？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分数、阈值、拒识地图与代价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验证阈值配置  ·  白色未知map  ·  误拒/漏检和已知可用性报告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L02/L05；原型概念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验证阈值配置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白色未知map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误拒/漏检和已知可用性报告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17_openset_teaching.ipynb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protocol, scores, calibration, evaluation, maps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A06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未知、背景、难样本不是同一个概念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未知：训练未监督的类别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背景：没有标签的像元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难样本：也可能属于已知类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Known classes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Held-out unknown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Unlabeled background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Softmax没有未知输出槽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已知logits永远归一化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高置信度不保证已知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仍可以用其分数做检测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tau['msp']  # val 95% 分位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0.2456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37ae0941a5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42652"/>
            <a:ext cx="4434840" cy="34973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Known logits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Softmax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Max probability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距离是另一种读模型的方式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用已知训练类建原型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特征与标签保持配对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最近原型距离越大越未知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tau['distance']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5.5572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f61878ab97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15768"/>
            <a:ext cx="4370832" cy="60350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Training embeddings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Class means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Nearest distance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阈值在测试前冻结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known validation校准95%接受率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不使用unknown test选阈值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目标接受率不保证实际测试值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ormula-26be348a17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41592"/>
            <a:ext cx="4434840" cy="3518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Train model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Val threshold</a:t>
            </a:r>
          </a:p>
        </p:txBody>
      </p:sp>
      <p:sp>
        <p:nvSpPr>
          <p:cNvPr id="14" name="Oval 13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Frozen test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排序能力不等于部署准确率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_openset_teaching-evaluation-0-14dc1772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063770"/>
            <a:ext cx="6903720" cy="201061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3063770"/>
            <a:ext cx="6903720" cy="2010619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实测 AUROC：MSP 0.849 vs 距离 0.851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几乎相同——旧稿“距离远胜”已撤回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95%目标下实际正确接受约 0.920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17_openset_teaching.ipynb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白色越多，不一定越好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_openset_teaching-maps-0-a14edb3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44721"/>
            <a:ext cx="6903720" cy="24487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2844721"/>
            <a:ext cx="6903720" cy="2448717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白色表示拒识，不保证正确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黑色是未标注背景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对照未知GT和错误图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17_openset_teaching.ipynb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maps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把误拒、漏检、错分拆开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_openset_teaching-maps-1-b1870de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427" y="1874519"/>
            <a:ext cx="625536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5427" y="1874519"/>
            <a:ext cx="6255360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全部拒绝会损失已知可用性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未知漏检会被强制命名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必须同时报告三种代价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17_openset_teaching.ipynb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maps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17_openset_teaching.ipynb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>tau = np.quantile(known_val_scores, 0.95)</a:t>
            </a:r>
          </a:p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>rejected = test_scores &gt; tau</a:t>
            </a:r>
          </a:p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/>
            </a:r>
            <a:r>
              <a:rPr sz="1500" b="0">
                <a:solidFill>
                  <a:srgbClr val="7E99AD"/>
                </a:solidFill>
                <a:latin typeface="Consolas"/>
                <a:ea typeface="Microsoft YaHei"/>
              </a:rPr>
              <a:t># Unknown = 17 (white), background = 0 (black)</a:t>
            </a:r>
          </a:p>
          <a:p>
            <a:pPr>
              <a:lnSpc>
                <a:spcPct val="142000"/>
              </a:lnSpc>
            </a:pPr>
            <a:r>
              <a:rPr sz="1500" b="0">
                <a:solidFill>
                  <a:srgbClr val="DEE9F2"/>
                </a:solidFill>
                <a:latin typeface="Consolas"/>
                <a:ea typeface="Microsoft YaHei"/>
              </a:rPr>
              <a:t/>
            </a:r>
            <a:r>
              <a:rPr sz="1500" b="0">
                <a:solidFill>
                  <a:srgbClr val="7E99AD"/>
                </a:solidFill>
                <a:latin typeface="Consolas"/>
                <a:ea typeface="Microsoft YaHei"/>
              </a:rPr>
              <a:t># Test labels are used only for evaluation.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protocol, scores, calibration, evaluation, 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演示入口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演示资产：results/teaching_ready/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载入后只做推理与检查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训练与校准已在课前完成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接受率.95改.90，只用validation重新校准，先预测误拒与漏检方向。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A06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检查这段开集代码的数据流：哪些量只能由train或val计算？为每个阈值写来源；禁止从test标签、AUROC最佳点选择部署阈值。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固定test前冻结阈值；核对类映射及unknown score方向。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高AUROC不保证选定阈值好用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OpenMax为概念扩展，未冒称本课已复现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模型能学会说“我不知道”吗？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L09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分数、阈值、拒识地图与代价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Hendrycks &amp; Gimpel: detection baseline,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https://arxiv.org/abs/1610.02136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Bendale &amp; Boult: Towards Open Set Deep Networks, 2016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7919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https://arxiv.org/abs/1511.06233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145536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模型能学会说“我不知道”吗？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