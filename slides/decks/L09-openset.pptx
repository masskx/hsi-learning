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f4eb9d7f-d404-8fe5-6c10-6934c08c039c}">
          <p14:sldIdLst>
            <p14:sldId id="256"/>
            <p14:sldId id="257"/>
          </p14:sldIdLst>
        </p14:section>
        <p14:section name="讲解" id="{447c0493-41cc-29a3-5ac4-a9346a07912e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练习" id="{1be14e45-fd75-5215-ac13-d3cc141d4ca1}">
          <p14:sldIdLst>
            <p14:sldId id="267"/>
            <p14:sldId id="268"/>
          </p14:sldIdLst>
        </p14:section>
        <p14:section name="收束" id="{68101b7d-8529-1cb0-33ac-c6a80098488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开场问题：未知召回100%是否足以说明系统可用？
原标题：模型能学会说“我不知道”吗？
参考节奏：5分钟回顾，10分钟手算，10分钟代码，12分钟练习，5分钟错误分析，3分钟退出题。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
封面图源：17_openset_teaching.ipynb / maps /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默认稀有类留出只是教学split，不能代表所有未知地物。
Known classes / Held-out unknown / Unlabeled background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阈值来自当前run_config，已知validation校准；更换接受率必须重算指标与地图。
Known logits / Softmax / Max probability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阈值来自当前run_config，已知validation校准；更换接受率必须重算指标与地图。
Training embeddings / Class means / Nearest distance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本课模型选择与校准共享val需披露，不声称独立校准保证。
Train model / Val threshold / Frozen test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数值来自当前openset metrics；AUROC与阈值代价分别报告。
AUROC / Known utility / Unknown recall
图源：17_openset_teaching.ipynb / evaluation / 0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先看图，再解释known false rejection与unknown miss。
Open-set GT / MSP map / Distance map
图源：17_openset_teaching.ipynb / maps / 0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深蓝=指定错误；灰色=未评估。计数来自固定测试集合。
False rejection / Unknown miss / Known wrong class
图源：17_openset_teaching.ipynb / maps / 1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正确接受不是接受后条件准确率。known_correct+known_wrong+known_false_rejection=1。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threshold-exercise不再断言新阈值等于旧阈值；原演示包不修改。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作业：A06；完整示例 / 填空 / 迁移；提交代码、配置、结果和限制。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退出题：未知召回100%是否足以说明系统可用？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L09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未知类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与拒识决策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L09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模型能学会说“我不知道”吗？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分数、阈值、拒识地图与代价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L02/L05；原型概念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7409383" y="1497469"/>
            <a:ext cx="4096512" cy="2994382"/>
          </a:xfrm>
          <a:prstGeom prst="roundRect">
            <a:avLst>
              <a:gd name="adj" fmla="val 30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0551" y="1698637"/>
            <a:ext cx="3694176" cy="25920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验证阈值配置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白色未知map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误拒/漏检和已知可用性报告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17_openset_teaching.ipynb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protocol · scores · calibration · evaluation · maps · threshold-exercise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A06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未知、背景、难样本不是同一个概念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未知：训练未监督的类别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背景：没有标签的像元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难样本：也可能属于已知类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Known classes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Held-out unknown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Unlabeled background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Softmax没有未知输出槽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已知logits永远归一化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高置信度不保证已知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仍可以用其分数做检测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s_{\mathrm{MSP}}(x) = 1 - \max\, \mathrm{softmax}(z(x)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88582"/>
            <a:ext cx="4937760" cy="389396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thresholds['msp']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0.2238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距离是另一种读模型的方式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用已知训练类建原型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特征与标签保持配对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最近原型距离越大越未知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s_{\mathrm{dist}}(x) = \min_k \| f(x) - c_k \|_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042389"/>
            <a:ext cx="4937760" cy="681783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thresholds['distance']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5.3389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阈值在测试前冻结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known validation校准95%接受率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2702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不使用unknown test选阈值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2702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目标接受率不保证实际测试值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\tau = Q_{0.95}(s_{\mathrm{val}}) \qquad s &gt; \tau \;\Rightarrow\; \mathrm{reject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850342"/>
            <a:ext cx="4937760" cy="3917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排序能力不等于部署准确率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17_openset_teaching-evaluation-0-01d6c7f09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011" y="2039112"/>
            <a:ext cx="10015674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当前AUROC MSP：0.891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当前AUROC distance：0.877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比较固定阈值的误拒与漏检代价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17_openset_teaching.ipynb  ·  cell evaluation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白色越多，不一定越好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17_openset_teaching-maps-0-8467de7a8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3959" y="2039112"/>
            <a:ext cx="8223777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白色表示拒识，不保证正确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黑色是未标注背景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对照未知GT和错误图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17_openset_teaching.ipynb  ·  cell maps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把误拒、漏检、错分拆开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17_openset_teaching-maps-1-a3ab9b6b2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956" y="2039112"/>
            <a:ext cx="5916528" cy="4151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全部拒绝会损失已知可用性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未知漏检会被强制命名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必须同时报告三种代价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17_openset_teaching.ipynb  ·  cell maps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接受、正确接受与误拒的分母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已知误拒：拒掉的已知/所有已知test   ·   已知正确接受：接受且分对/所有已知test   ·   未知召回：拒掉的未知/所有未知test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83464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已知test去向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拒绝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known false rejection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接受且正确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known correct acceptance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接受但错类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known wrong acceptance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验证集参数练习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先选目标接受率，再查看test指标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重新校准后重算预测与错误图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AUROC不随同一分数的阈值改变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new_tau, new_metrics, outputs = threshold_experiment(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true, predicted, test_dict, classes, val_dict, .90)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7E99AD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# Update a COPY of cfg before drawing new maps.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17_openset_teaching.ipynb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protocol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protocol</a:t>
            </a:r>
            <a:endParaRPr lang="en-US" sz="1200" dirty="0"/>
          </a:p>
        </p:txBody>
      </p:sp>
      <p:sp>
        <p:nvSpPr>
          <p:cNvPr id="13" name="cell scores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scores</a:t>
            </a:r>
            <a:endParaRPr lang="en-US" sz="1200" dirty="0"/>
          </a:p>
        </p:txBody>
      </p:sp>
      <p:sp>
        <p:nvSpPr>
          <p:cNvPr id="15" name="cell calibration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calibration</a:t>
            </a:r>
            <a:endParaRPr lang="en-US" sz="1200" dirty="0"/>
          </a:p>
        </p:txBody>
      </p:sp>
      <p:sp>
        <p:nvSpPr>
          <p:cNvPr id="17" name="cell evaluation"/>
          <p:cNvSpPr/>
          <p:nvPr/>
        </p:nvSpPr>
        <p:spPr>
          <a:xfrm>
            <a:off x="8458200" y="4901184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49011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接受率.95改.90，只用validation重新校准，先预测误拒与漏检方向。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A06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未知召回100%是否足以说明系统可用？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高AUROC不保证选定阈值好用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OpenMax为概念扩展，未冒称本课已复现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L09 模型能学会说“我不知道”吗？</dc:title>
  <dc:subject>PptxGenJS Presentation</dc:subject>
  <dc:creator>HSI-Learning</dc:creator>
  <cp:lastModifiedBy>HSI-Learning</cp:lastModifiedBy>
  <cp:revision>1</cp:revision>
  <dcterms:created xsi:type="dcterms:W3CDTF">2026-10-10T13:41:29Z</dcterms:created>
  <dcterms:modified xsi:type="dcterms:W3CDTF">2026-10-10T13:41:29Z</dcterms:modified>
</cp:coreProperties>
</file>