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c47e8337-0117-3ea7-7161-484a9963ef94}">
          <p14:sldIdLst>
            <p14:sldId id="256"/>
            <p14:sldId id="257"/>
          </p14:sldIdLst>
        </p14:section>
        <p14:section name="讲解" id="{9bda8a3d-1d02-60fa-a7b9-dd3e5d63bf7f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1510264f-3364-e8f5-3e1d-e22ffce93db5}">
          <p14:sldIdLst>
            <p14:sldId id="265"/>
            <p14:sldId id="266"/>
          </p14:sldIdLst>
        </p14:section>
        <p14:section name="收束" id="{68deba0f-9b37-1d87-76d1-d6ae6550ab8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开场问题：shuffle后如何保证预测回到原坐标？
原标题：一个像元怎样变成模型输入？
参考节奏：5分钟回顾，10分钟手算，10分钟代码，12分钟练习，5分钟错误分析，3分钟退出题。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
封面图源：02_svm_baseline.ipynb / maps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图来自当前toy-patches：中心及四角的padding数值逐格核对。
Center label / Neighborhood / Unlabeled background
图源：11_patch_hybridsn_classroom.ipynb / toy-patches / 0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让学生读出中心值12，检查切片中间也是12。
Coordinate / Radius 1 / 3×3 patch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transpose不是随意reshape；数值位置必须对应。
(9,9,12) / (12,9,9) / (B,12,9,9)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同一中心位置对比两种padding，不能把更漂亮的边界当性能证明。
Constant / Reflect / Controlled comparison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当前协议E的SVM全图显示；test错误图另看maps的第二张输出。
Prediction map / Background masked / Test metrics separate
图源：02_svm_baseline.ipynb / maps / 0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不能把89%说成总体泄漏量或性能增益。
Pair overlap 72/81 / Sampling positions / Observed dependence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Notebook02 spatial-split给出位置清单。空间划分同时改变覆盖和难度，不称净泄漏效应。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退出题：shuffle后如何保证预测回到原坐标？
课堂入口: 11_patch_hybridsn_classroom.ipynb
定位: toy-patches, reshape-check
先预测，再运行；答错时回到手算例。
AI辅助：为这个patch函数设计边界测试，用5×5可手算数组。给出输入、期望值和断言；不要用被测函数自身生成期望答案。
人工核验：手算首末坐标和中心值，确保测试不是循环证明。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从像元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Patch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一个像元怎样变成模型输入？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中心、邻域、padding与坐标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L01/L02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787135"/>
            <a:ext cx="4096512" cy="2415050"/>
          </a:xfrm>
          <a:prstGeom prst="roundRect">
            <a:avLst>
              <a:gd name="adj" fmla="val 37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988303"/>
            <a:ext cx="3694176" cy="20127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patch提取断言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输入shape表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空间重叠说明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toy-patches · reshape-check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邻域是输入，中心是监督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2684126"/>
          </a:xfrm>
          <a:prstGeom prst="roundRect">
            <a:avLst>
              <a:gd name="adj" fmla="val 2725"/>
            </a:avLst>
          </a:prstGeom>
          <a:solidFill>
            <a:srgbClr val="F2F5F9"/>
          </a:solidFill>
          <a:ln/>
        </p:spPr>
      </p:sp>
      <p:pic>
        <p:nvPicPr>
          <p:cNvPr id="4" name="Image 0" descr="11_patch_hybridsn_classroom-toy-patches-0-cc6dc127f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039112"/>
            <a:ext cx="10490911" cy="2354942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491526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915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4878686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编号toy数组可手算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491526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4915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4878686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中心标签随原坐标保持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491526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49152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4878686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四角缺失观测使用明确padding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  ·  cell toy-patches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先在toy数组上手算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5×5数组按行编号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中心(2,2)切3×3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边角需要明确padding规则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p = \frac{s-1}{2} \qquad \mathrm{center} = (r{+}p,\ c{+}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62721"/>
            <a:ext cx="4937760" cy="441118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patches[2,0,1,1].item()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12.0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三次shape变化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HWC是数据读取布局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CHW是2D卷积布局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batch维由loader增加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(9,9,12)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(12,9,9)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(B,12,9,9)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np.zeros((9,9,12)).transpose(2,0,1).shape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(12, 9, 9)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零填充不是零反射率地物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边缘观测缺失需要约定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PCA后0表示变换空间原点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更换reflect是实验变量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Constant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Reflect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Controlled comparison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回贴map必须有位置证据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2_svm_baseline-maps-0-5c5ae100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373603"/>
            <a:ext cx="6391656" cy="34823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预测按原坐标写回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背景不评估，显示为黑色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全图显示不等于测试成绩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重叠：这不是小事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横移1像元的9×9窗口共享72/81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这个数只描述一对窗口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全数据重叠需结合采样位置统计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Pair overlap 72/81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Sampling positions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Observed dependence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8*9/81  # 相邻窗口共享比例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0.889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带缓冲区的空间划分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边界两侧各留patch半径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直接检查输入窗口是否共享像元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先报告每个区域缺席的类别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region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Radius margins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/ test region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patches.shape == (5,1,3,3)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np.testing.assert_array_equal(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patches[:,0,1,1].numpy(), toy.ravel()[ids])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Preserve center ids when predictions are reordered.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11_patch_hybridsn_classroom.ipynb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toy-patches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toy-patches</a:t>
            </a:r>
            <a:endParaRPr lang="en-US" sz="1200" dirty="0"/>
          </a:p>
        </p:txBody>
      </p:sp>
      <p:sp>
        <p:nvSpPr>
          <p:cNvPr id="13" name="cell reshape-check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reshape-check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检查四个角、中心、奇数size；偶数输入应报错或明确中心定义。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shuffle后如何保证预测回到原坐标？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patch重叠改变评估问题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更大窗口不保证更好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L04 一个像元怎样变成模型输入？</dc:title>
  <dc:subject>PptxGenJS Presentation</dc:subject>
  <dc:creator>HSI-Learning</dc:creator>
  <cp:lastModifiedBy>HSI-Learning</cp:lastModifiedBy>
  <cp:revision>1</cp:revision>
  <dcterms:created xsi:type="dcterms:W3CDTF">2026-10-10T13:41:28Z</dcterms:created>
  <dcterms:modified xsi:type="dcterms:W3CDTF">2026-10-10T13:41:28Z</dcterms:modified>
</cp:coreProperties>
</file>