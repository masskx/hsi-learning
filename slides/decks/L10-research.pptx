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e747041b-b424-dbbe-75e0-47ae5d5a65dc}">
          <p14:sldIdLst>
            <p14:sldId id="256"/>
            <p14:sldId id="257"/>
          </p14:sldIdLst>
        </p14:section>
        <p14:section name="讲解" id="{aced40b3-db13-8c2b-2b82-de50e364fb14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782fd871-4f88-ec32-8133-ac4dbfe2deb6}">
          <p14:sldIdLst>
            <p14:sldId id="265"/>
            <p14:sldId id="266"/>
          </p14:sldIdLst>
        </p14:section>
        <p14:section name="收束" id="{b91a2c3c-4185-0318-327c-257e75bfd1de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开场问题：观察与候选解释各应写在哪里？
原标题：一次实验怎样变成可信研究证据？
参考节奏：5分钟回顾，10分钟手算，10分钟代码，12分钟练习，5分钟错误分析，3分钟退出题。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
封面图源：01_data_reading_and_visualization.ipynb / spectral-comparison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采用Notebook15同split证据，全部数字来自当前配置。结构和预算固定仍需更多种子，不宣称普遍优势。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没有原文证据时停在待核验；不能给编造机制套“待核对”脚注。
Paper / Code / Teaching variant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同epoch不一定同优化预算；记录更新次数和算力目标。
Baseline / One change / Matched comparison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示例 d=[-0.1,-0.2,-0.1]：均值-0.133、样本std 0.058。三次同号不等于显著——说显著要先定检验和功效。
Run pairs / Delta distribution / Scope of evidence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示范把“模块证明有效”改成限定条件的描述。
Observation / Hypothesis / Limitation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先写确定的实验和方法，再写摘要引言；模板编译需实际验证。
Method / Experiments / Discussion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案例和配对seed模板见research-case.md。段落不新增未经执行的数值或显著性。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作业：A06；完整示例 / 填空 / 迁移；提交代码、配置、结果和限制。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退出题：观察与候选解释各应写在哪里？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从实验记录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到研究证据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L10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一次实验怎样变成可信研究证据？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阅读、假设、对照、写作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L02与至少一个模型实践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6842455" y="1832405"/>
            <a:ext cx="4663440" cy="2324511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3623" y="2033573"/>
            <a:ext cx="4261104" cy="19221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半页研究登记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来源差异表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受限结果段落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docs/teaching/research-case.md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run_config.json · metrics.json · source-audit.md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A06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研究案例：加权损失的代价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问题：少数类recall低，改loss是否有帮助？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唯一改动：CE变为weighted CE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比较OA、AA、逐类recall与失败地图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阅读先区分三个层次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原文贡献与设定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官方代码的实际实现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课程简化和自定义扩展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Paper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Teaching variant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一次只改一个有解释的变量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固定数据与选择规则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记录预算和环境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模型实现要支持消融开关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Baseline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 change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Matched comparison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三颗种子不是统计魔法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先看每颗种子的配对差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说明重复单位和相关性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std不是显著性阈值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\Delta_i = \mathrm{m}_{\mathrm{var}}(\mathrm{seed}_i) - \mathrm{m}_{\mathrm{base}}(\mathrm{seed}_i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76463"/>
            <a:ext cx="4937760" cy="413634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np.mean(d), np.std(d, ddof=1)  # d=[-.1,-.2,-.1]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(-0.133, 0.058)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把每一句结论绑到证据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观察：这次得到了什么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解释：需要验证的假设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限制：哪些任务不能外推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Observation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Hypothesis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Limitation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论文骨架是证据的目录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Method：公式与实现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Experiments：协议与对照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Discussion：失败与局限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Method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Experiments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Discussion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证据表到结果段落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观察：引用配置与指标行   ·   解释：候选机制，另提检验   ·   限制：同场景、单seed与未对齐因素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83464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句子角色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本课案例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加权后OA与AA变化见Notebook15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候选解释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类别权重改变梯度贡献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限制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同场景、一次seed；不是方法上限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record = {"split": ..., "seed": ..., "preprocess_fit": ...}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Archive config + predictions + source revision.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Write observation separately from explanation.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Never tune on the final test results.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docs/teaching/research-case.md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run_config.json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run_config.json</a:t>
            </a:r>
            <a:endParaRPr lang="en-US" sz="1200" dirty="0"/>
          </a:p>
        </p:txBody>
      </p:sp>
      <p:sp>
        <p:nvSpPr>
          <p:cNvPr id="13" name="cell metrics.json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metrics.json</a:t>
            </a:r>
            <a:endParaRPr lang="en-US" sz="1200" dirty="0"/>
          </a:p>
        </p:txBody>
      </p:sp>
      <p:sp>
        <p:nvSpPr>
          <p:cNvPr id="15" name="cell source-audit.md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source-audit.md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把一句过度结论改写为观察、解释假设、适用域三句话。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A06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观察与候选解释各应写在哪里？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没有增益不等于方法无效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完整课程不等于论文已完成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L10 一次实验怎样变成可信研究证据？</dc:title>
  <dc:subject>PptxGenJS Presentation</dc:subject>
  <dc:creator>HSI-Learning</dc:creator>
  <cp:lastModifiedBy>HSI-Learning</cp:lastModifiedBy>
  <cp:revision>1</cp:revision>
  <dcterms:created xsi:type="dcterms:W3CDTF">2026-10-10T13:41:29Z</dcterms:created>
  <dcterms:modified xsi:type="dcterms:W3CDTF">2026-10-10T13:41:29Z</dcterms:modified>
</cp:coreProperties>
</file>