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引用本次Notebook输出，不沿用历史实验+8点作为承诺。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Lin et al. Focal Loss, 2017</a:t>
            </a:r>
          </a:p>
          <a:p>
            <a:r>
              <a:t>https://arxiv.org/abs/1708.02002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数字来自notebook 15同划分实测。加权不是免费的：大类让出多少，OA就掉多少；Focal依据难度、加权依据频率，两种方法不能混称。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Lin et al. Focal Loss, 2017</a:t>
            </a:r>
          </a:p>
          <a:p>
            <a:r>
              <a:t>https://arxiv.org/abs/1708.02002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全图显示包含训练像元，测试错误另画。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Lin et al. Focal Loss, 2017</a:t>
            </a:r>
          </a:p>
          <a:p>
            <a:r>
              <a:t>https://arxiv.org/abs/1708.02002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通道均值图不属于Grad-CAM，target换了图可能变化；不允许no_grad包住关键步骤。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Lin et al. Focal Loss, 2017</a:t>
            </a:r>
          </a:p>
          <a:p>
            <a:r>
              <a:t>https://arxiv.org/abs/1708.02002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本图按预先规则选样，不挑好看案例。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Selvaraju et al. Grad-CAM, 2017</a:t>
            </a:r>
          </a:p>
          <a:p>
            <a:r>
              <a:t>https://arxiv.org/abs/1610.02391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t-SNE、CAM各有条件，论文分析不能仅靠颜色叙事。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Lin et al. Focal Loss, 2017</a:t>
            </a:r>
          </a:p>
          <a:p>
            <a:r>
              <a:t>https://arxiv.org/abs/1708.02002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依据给定recall表和错误图提出三种可检验假设，每条列控制变量和反例。不要把热力图高亮说成因果证据，不补造实验结果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15_imbalance_analysis_teaching.ipynb</a:t>
            </a:r>
          </a:p>
          <a:p>
            <a:r>
              <a:t>定位: loss-comparison, gradcam, maps</a:t>
            </a:r>
          </a:p>
          <a:p>
            <a:r>
              <a:t>Lin et al. Focal Loss, 2017</a:t>
            </a:r>
          </a:p>
          <a:p>
            <a:r>
              <a:t>https://arxiv.org/abs/1708.02002</a:t>
            </a:r>
          </a:p>
          <a:p>
            <a:r>
              <a:t>Selvaraju et al. Grad-CAM, 2017</a:t>
            </a:r>
          </a:p>
          <a:p>
            <a:r>
              <a:t>https://arxiv.org/abs/1610.02391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OA 很高，小类为什么仍全错？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损失、错误地图与真正的 Grad-CAM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同划分损失报告  ·  逐类recall与错误map  ·  类条件Grad-CAM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L02/L05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同划分损失报告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逐类recall与错误map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类条件Grad-CAM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15_imbalance_analysis_teaching.ipynb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loss-comparison, gradcam, maps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A04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先隐藏OA，读小类召回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_imbalance_analysis_teaching-loss-comparison-0-0a46ef5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791077"/>
            <a:ext cx="6903720" cy="255600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2791077"/>
            <a:ext cx="6903720" cy="2556005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分类器可能优先满足大类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support影响估计稳定性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报告每类错误而非一行总分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15_imbalance_analysis_teaching.ipynb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loss-com...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加权CE与Focal改变什么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实测 CE→加权CE：OA 0.9506→0.9440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AA 0.8029→0.9345，Alfalfa 召回 0.405→0.811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用 0.7 个 OA 换 13 个 AA——取舍是真的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aa_ce, aa_weighted  # macro 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(0.8029, 0.9345)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5823a397fc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09195"/>
            <a:ext cx="4434840" cy="4166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Class weights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Hard examples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OA / AA trade-off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同一split，才能读这张图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_imbalance_analysis_teaching-maps-0-f0297ff4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44721"/>
            <a:ext cx="6903720" cy="24487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2844721"/>
            <a:ext cx="6903720" cy="2448717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共享预处理与划分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固定模型与选择规则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预测图不是额外测试成绩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15_imbalance_analysis_teaching.ipynb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maps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Grad-CAM必须真的求梯度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明确模型与目标类别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梯度空间均值给通道权重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加权、ReLU、插值回输入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ormula-46e470caf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751538"/>
            <a:ext cx="4434840" cy="5319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Target logit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Gradient weights</a:t>
            </a:r>
          </a:p>
        </p:txBody>
      </p:sp>
      <p:sp>
        <p:nvSpPr>
          <p:cNvPr id="14" name="Oval 13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Spatial response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失败样本也要展示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_imbalance_analysis_teaching-gradcam-0-52cc05a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991054"/>
            <a:ext cx="6903720" cy="41560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1991054"/>
            <a:ext cx="6903720" cy="415605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正确、错误、稀有类各一个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原始类ID与坐标明确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零CAM不等于“模型没看输入”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15_imbalance_analysis_teaching.ipynb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gradcam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解释图不是因果证明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相关热区可以生成假设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遮挡也可能造成分布外输入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结合指标、错误图和受控实验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Attribution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Perturbation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Limitations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15_imbalance_analysis_teaching.ipynb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cams, logits = grad_cam(model, layer, inputs, targets)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cams.shape == inputs.shape[:1] + inputs.shape[-2:]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torch.isfinite(cams).all()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/>
            </a:r>
            <a:r>
              <a:rPr sz="1300" b="0">
                <a:solidFill>
                  <a:srgbClr val="7E99AD"/>
                </a:solidFill>
                <a:latin typeface="Consolas"/>
                <a:ea typeface="Microsoft YaHei"/>
              </a:rPr>
              <a:t># Compare predicted vs alternative target class.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loss-comparison, gradcam, 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演示入口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演示资产：results/teaching_ready/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载入后只做推理与检查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训练与校准已在课前完成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固定同一patch，只更换Grad-CAM目标类别，解释哪些能推断、哪些不能。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A04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依据给定recall表和错误图提出三种可检验假设，每条列控制变量和反例。不要把热力图高亮说成因果证据，不补造实验结果。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核对目标梯度真实存在；假设另做实验；保留零响应与失败样本。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降低大类权重可能损失OA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热图插值不增加解释分辨率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OA 很高，小类为什么仍全错？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L07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损失、错误地图与真正的 Grad-CAM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Lin et al. Focal Loss,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https://arxiv.org/abs/1708.02002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Selvaraju et al. Grad-CAM,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79192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https://arxiv.org/abs/1610.02391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145536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OA 很高，小类为什么仍全错？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